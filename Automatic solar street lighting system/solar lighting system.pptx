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4"/>
  </p:sldMasterIdLst>
  <p:notesMasterIdLst>
    <p:notesMasterId r:id="rId20"/>
  </p:notesMasterIdLst>
  <p:handoutMasterIdLst>
    <p:handoutMasterId r:id="rId21"/>
  </p:handoutMasterIdLst>
  <p:sldIdLst>
    <p:sldId id="257" r:id="rId5"/>
    <p:sldId id="268" r:id="rId6"/>
    <p:sldId id="272" r:id="rId7"/>
    <p:sldId id="273" r:id="rId8"/>
    <p:sldId id="261" r:id="rId9"/>
    <p:sldId id="262" r:id="rId10"/>
    <p:sldId id="263" r:id="rId11"/>
    <p:sldId id="274" r:id="rId12"/>
    <p:sldId id="277" r:id="rId13"/>
    <p:sldId id="278" r:id="rId14"/>
    <p:sldId id="280" r:id="rId15"/>
    <p:sldId id="276" r:id="rId16"/>
    <p:sldId id="275" r:id="rId17"/>
    <p:sldId id="279" r:id="rId18"/>
    <p:sldId id="271" r:id="rId19"/>
  </p:sldIdLst>
  <p:sldSz cx="12188825" cy="6858000"/>
  <p:notesSz cx="6858000" cy="9144000"/>
  <p:defaultTextStyle>
    <a:defPPr>
      <a:defRPr lang="en-US"/>
    </a:defPPr>
    <a:lvl1pPr marL="0" algn="l" defTabSz="1218987" rtl="0" eaLnBrk="1" latinLnBrk="0" hangingPunct="1">
      <a:defRPr sz="2400" kern="1200">
        <a:solidFill>
          <a:schemeClr val="tx1"/>
        </a:solidFill>
        <a:latin typeface="+mn-lt"/>
        <a:ea typeface="+mn-ea"/>
        <a:cs typeface="+mn-cs"/>
      </a:defRPr>
    </a:lvl1pPr>
    <a:lvl2pPr marL="609493" algn="l" defTabSz="1218987" rtl="0" eaLnBrk="1" latinLnBrk="0" hangingPunct="1">
      <a:defRPr sz="2400" kern="1200">
        <a:solidFill>
          <a:schemeClr val="tx1"/>
        </a:solidFill>
        <a:latin typeface="+mn-lt"/>
        <a:ea typeface="+mn-ea"/>
        <a:cs typeface="+mn-cs"/>
      </a:defRPr>
    </a:lvl2pPr>
    <a:lvl3pPr marL="1218987" algn="l" defTabSz="1218987" rtl="0" eaLnBrk="1" latinLnBrk="0" hangingPunct="1">
      <a:defRPr sz="2400" kern="1200">
        <a:solidFill>
          <a:schemeClr val="tx1"/>
        </a:solidFill>
        <a:latin typeface="+mn-lt"/>
        <a:ea typeface="+mn-ea"/>
        <a:cs typeface="+mn-cs"/>
      </a:defRPr>
    </a:lvl3pPr>
    <a:lvl4pPr marL="1828480" algn="l" defTabSz="1218987" rtl="0" eaLnBrk="1" latinLnBrk="0" hangingPunct="1">
      <a:defRPr sz="2400" kern="1200">
        <a:solidFill>
          <a:schemeClr val="tx1"/>
        </a:solidFill>
        <a:latin typeface="+mn-lt"/>
        <a:ea typeface="+mn-ea"/>
        <a:cs typeface="+mn-cs"/>
      </a:defRPr>
    </a:lvl4pPr>
    <a:lvl5pPr marL="2437973" algn="l" defTabSz="1218987" rtl="0" eaLnBrk="1" latinLnBrk="0" hangingPunct="1">
      <a:defRPr sz="2400" kern="1200">
        <a:solidFill>
          <a:schemeClr val="tx1"/>
        </a:solidFill>
        <a:latin typeface="+mn-lt"/>
        <a:ea typeface="+mn-ea"/>
        <a:cs typeface="+mn-cs"/>
      </a:defRPr>
    </a:lvl5pPr>
    <a:lvl6pPr marL="3047467" algn="l" defTabSz="1218987" rtl="0" eaLnBrk="1" latinLnBrk="0" hangingPunct="1">
      <a:defRPr sz="2400" kern="1200">
        <a:solidFill>
          <a:schemeClr val="tx1"/>
        </a:solidFill>
        <a:latin typeface="+mn-lt"/>
        <a:ea typeface="+mn-ea"/>
        <a:cs typeface="+mn-cs"/>
      </a:defRPr>
    </a:lvl6pPr>
    <a:lvl7pPr marL="3656960" algn="l" defTabSz="1218987" rtl="0" eaLnBrk="1" latinLnBrk="0" hangingPunct="1">
      <a:defRPr sz="2400" kern="1200">
        <a:solidFill>
          <a:schemeClr val="tx1"/>
        </a:solidFill>
        <a:latin typeface="+mn-lt"/>
        <a:ea typeface="+mn-ea"/>
        <a:cs typeface="+mn-cs"/>
      </a:defRPr>
    </a:lvl7pPr>
    <a:lvl8pPr marL="4266453" algn="l" defTabSz="1218987" rtl="0" eaLnBrk="1" latinLnBrk="0" hangingPunct="1">
      <a:defRPr sz="2400" kern="1200">
        <a:solidFill>
          <a:schemeClr val="tx1"/>
        </a:solidFill>
        <a:latin typeface="+mn-lt"/>
        <a:ea typeface="+mn-ea"/>
        <a:cs typeface="+mn-cs"/>
      </a:defRPr>
    </a:lvl8pPr>
    <a:lvl9pPr marL="4875947" algn="l" defTabSz="1218987" rtl="0" eaLnBrk="1" latinLnBrk="0" hangingPunct="1">
      <a:defRPr sz="24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5" pos="3839">
          <p15:clr>
            <a:srgbClr val="A4A3A4"/>
          </p15:clr>
        </p15:guide>
      </p15:sldGuideLst>
    </p:ext>
    <p:ext uri="{2D200454-40CA-4A62-9FC3-DE9A4176ACB9}">
      <p15:notesGuideLst xmlns:p15="http://schemas.microsoft.com/office/powerpoint/2012/main">
        <p15:guide id="1" orient="horz" pos="2880">
          <p15:clr>
            <a:srgbClr val="A4A3A4"/>
          </p15:clr>
        </p15:guide>
        <p15:guide id="2" pos="2160">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394404"/>
    <a:srgbClr val="5F6F0F"/>
    <a:srgbClr val="718412"/>
    <a:srgbClr val="65741A"/>
    <a:srgbClr val="70811D"/>
    <a:srgbClr val="7B8D1F"/>
    <a:srgbClr val="839721"/>
    <a:srgbClr val="95AB25"/>
    <a:srgbClr val="BC5500"/>
    <a:srgbClr val="C459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B301B821-A1FF-4177-AEE7-76D212191A09}" styleName="Medium Style 1 - Accent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a:noFill/>
            </a:ln>
          </a:insideV>
        </a:tcBdr>
        <a:fill>
          <a:solidFill>
            <a:schemeClr val="lt1"/>
          </a:solidFill>
        </a:fill>
      </a:tcStyle>
    </a:wholeTbl>
    <a:band1H>
      <a:tcStyle>
        <a:tcBdr/>
        <a:fill>
          <a:solidFill>
            <a:schemeClr val="accent1">
              <a:tint val="20000"/>
            </a:schemeClr>
          </a:solidFill>
        </a:fill>
      </a:tcStyle>
    </a:band1H>
    <a:band1V>
      <a:tcStyle>
        <a:tcBdr/>
        <a:fill>
          <a:solidFill>
            <a:schemeClr val="accent1">
              <a:tint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solidFill>
            <a:schemeClr val="lt1"/>
          </a:solidFill>
        </a:fill>
      </a:tcStyle>
    </a:lastRow>
    <a:firstRow>
      <a:tcTxStyle b="on">
        <a:fontRef idx="minor">
          <a:scrgbClr r="0" g="0" b="0"/>
        </a:fontRef>
        <a:schemeClr val="lt1"/>
      </a:tcTxStyle>
      <a:tcStyle>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5" autoAdjust="0"/>
    <p:restoredTop sz="95020" autoAdjust="0"/>
  </p:normalViewPr>
  <p:slideViewPr>
    <p:cSldViewPr>
      <p:cViewPr varScale="1">
        <p:scale>
          <a:sx n="95" d="100"/>
          <a:sy n="95" d="100"/>
        </p:scale>
        <p:origin x="206" y="58"/>
      </p:cViewPr>
      <p:guideLst>
        <p:guide orient="horz" pos="2160"/>
        <p:guide pos="3839"/>
      </p:guideLst>
    </p:cSldViewPr>
  </p:slideViewPr>
  <p:notesTextViewPr>
    <p:cViewPr>
      <p:scale>
        <a:sx n="1" d="1"/>
        <a:sy n="1" d="1"/>
      </p:scale>
      <p:origin x="0" y="0"/>
    </p:cViewPr>
  </p:notesTextViewPr>
  <p:notesViewPr>
    <p:cSldViewPr showGuides="1">
      <p:cViewPr varScale="1">
        <p:scale>
          <a:sx n="63" d="100"/>
          <a:sy n="63" d="100"/>
        </p:scale>
        <p:origin x="2838" y="108"/>
      </p:cViewPr>
      <p:guideLst>
        <p:guide orient="horz" pos="2880"/>
        <p:guide pos="2160"/>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3" Type="http://schemas.openxmlformats.org/officeDocument/2006/relationships/customXml" Target="../customXml/item3.xml"/><Relationship Id="rId21" Type="http://schemas.openxmlformats.org/officeDocument/2006/relationships/handoutMaster" Target="handoutMasters/handoutMaster1.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tableStyles" Target="tableStyles.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notesMaster" Target="notesMasters/notesMaster1.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theme" Target="theme/theme1.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viewProps" Target="viewProps.xml"/><Relationship Id="rId10" Type="http://schemas.openxmlformats.org/officeDocument/2006/relationships/slide" Target="slides/slide6.xml"/><Relationship Id="rId19" Type="http://schemas.openxmlformats.org/officeDocument/2006/relationships/slide" Target="slides/slide15.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presProps" Target="presProp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sz="quarter" idx="1"/>
          </p:nvPr>
        </p:nvSpPr>
        <p:spPr>
          <a:xfrm>
            <a:off x="3884613" y="0"/>
            <a:ext cx="2971800" cy="457200"/>
          </a:xfrm>
          <a:prstGeom prst="rect">
            <a:avLst/>
          </a:prstGeom>
        </p:spPr>
        <p:txBody>
          <a:bodyPr vert="horz" lIns="91440" tIns="45720" rIns="91440" bIns="45720" rtlCol="0"/>
          <a:lstStyle>
            <a:lvl1pPr algn="r">
              <a:defRPr sz="1200"/>
            </a:lvl1pPr>
          </a:lstStyle>
          <a:p>
            <a:fld id="{FE5B4EDC-59C0-49C7-8ADA-5A781B329E02}" type="datetimeFigureOut">
              <a:rPr lang="en-US"/>
              <a:t>1/29/2025</a:t>
            </a:fld>
            <a:endParaRPr/>
          </a:p>
        </p:txBody>
      </p:sp>
      <p:sp>
        <p:nvSpPr>
          <p:cNvPr id="4" name="Footer Placeholder 3"/>
          <p:cNvSpPr>
            <a:spLocks noGrp="1"/>
          </p:cNvSpPr>
          <p:nvPr>
            <p:ph type="ftr" sz="quarter" idx="2"/>
          </p:nvPr>
        </p:nvSpPr>
        <p:spPr>
          <a:xfrm>
            <a:off x="0" y="8685213"/>
            <a:ext cx="2971800" cy="457200"/>
          </a:xfrm>
          <a:prstGeom prst="rect">
            <a:avLst/>
          </a:prstGeom>
        </p:spPr>
        <p:txBody>
          <a:bodyPr vert="horz" lIns="91440" tIns="45720" rIns="91440" bIns="45720" rtlCol="0" anchor="b"/>
          <a:lstStyle>
            <a:lvl1pPr algn="l">
              <a:defRPr sz="1200"/>
            </a:lvl1pPr>
          </a:lstStyle>
          <a:p>
            <a:endParaRPr/>
          </a:p>
        </p:txBody>
      </p:sp>
      <p:sp>
        <p:nvSpPr>
          <p:cNvPr id="5" name="Slide Number Placeholder 4"/>
          <p:cNvSpPr>
            <a:spLocks noGrp="1"/>
          </p:cNvSpPr>
          <p:nvPr>
            <p:ph type="sldNum" sz="quarter" idx="3"/>
          </p:nvPr>
        </p:nvSpPr>
        <p:spPr>
          <a:xfrm>
            <a:off x="3884613" y="8685213"/>
            <a:ext cx="2971800" cy="457200"/>
          </a:xfrm>
          <a:prstGeom prst="rect">
            <a:avLst/>
          </a:prstGeom>
        </p:spPr>
        <p:txBody>
          <a:bodyPr vert="horz" lIns="91440" tIns="45720" rIns="91440" bIns="45720" rtlCol="0" anchor="b"/>
          <a:lstStyle>
            <a:lvl1pPr algn="r">
              <a:defRPr sz="1200"/>
            </a:lvl1pPr>
          </a:lstStyle>
          <a:p>
            <a:fld id="{79429053-DC2A-4342-ADD4-2FD729D91E2C}" type="slidenum">
              <a:rPr/>
              <a:t>‹#›</a:t>
            </a:fld>
            <a:endParaRPr/>
          </a:p>
        </p:txBody>
      </p:sp>
    </p:spTree>
    <p:extLst>
      <p:ext uri="{BB962C8B-B14F-4D97-AF65-F5344CB8AC3E}">
        <p14:creationId xmlns:p14="http://schemas.microsoft.com/office/powerpoint/2010/main" val="4232045756"/>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F2D8D46A-B586-417D-BFBD-8C8FE0AAF762}" type="datetimeFigureOut">
              <a:rPr lang="en-US"/>
              <a:t>1/29/2025</a:t>
            </a:fld>
            <a:endParaRPr/>
          </a:p>
        </p:txBody>
      </p:sp>
      <p:sp>
        <p:nvSpPr>
          <p:cNvPr id="4" name="Slide Image Placeholder 3"/>
          <p:cNvSpPr>
            <a:spLocks noGrp="1" noRot="1" noChangeAspect="1"/>
          </p:cNvSpPr>
          <p:nvPr>
            <p:ph type="sldImg" idx="2"/>
          </p:nvPr>
        </p:nvSpPr>
        <p:spPr>
          <a:xfrm>
            <a:off x="381000" y="685800"/>
            <a:ext cx="6096000" cy="3429000"/>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t>Click to edit Master text styles</a:t>
            </a:r>
          </a:p>
          <a:p>
            <a:pPr lvl="1"/>
            <a:r>
              <a:t>Second level</a:t>
            </a:r>
          </a:p>
          <a:p>
            <a:pPr lvl="2"/>
            <a:r>
              <a:t>Third level</a:t>
            </a:r>
          </a:p>
          <a:p>
            <a:pPr lvl="3"/>
            <a:r>
              <a:t>Fourth level</a:t>
            </a:r>
          </a:p>
          <a:p>
            <a:pPr lvl="4"/>
            <a:r>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3EBA5BD7-F043-4D1B-AA17-CD412FC534DE}" type="slidenum">
              <a:rPr/>
              <a:t>‹#›</a:t>
            </a:fld>
            <a:endParaRPr/>
          </a:p>
        </p:txBody>
      </p:sp>
    </p:spTree>
    <p:extLst>
      <p:ext uri="{BB962C8B-B14F-4D97-AF65-F5344CB8AC3E}">
        <p14:creationId xmlns:p14="http://schemas.microsoft.com/office/powerpoint/2010/main" val="276705785"/>
      </p:ext>
    </p:extLst>
  </p:cSld>
  <p:clrMap bg1="lt1" tx1="dk1" bg2="lt2" tx2="dk2" accent1="accent1" accent2="accent2" accent3="accent3" accent4="accent4" accent5="accent5" accent6="accent6" hlink="hlink" folHlink="folHlink"/>
  <p:notesStyle>
    <a:lvl1pPr marL="0" algn="l" defTabSz="1218987" rtl="0" eaLnBrk="1" latinLnBrk="0" hangingPunct="1">
      <a:defRPr sz="1600" kern="1200">
        <a:solidFill>
          <a:schemeClr val="tx1"/>
        </a:solidFill>
        <a:latin typeface="+mn-lt"/>
        <a:ea typeface="+mn-ea"/>
        <a:cs typeface="+mn-cs"/>
      </a:defRPr>
    </a:lvl1pPr>
    <a:lvl2pPr marL="609493" algn="l" defTabSz="1218987" rtl="0" eaLnBrk="1" latinLnBrk="0" hangingPunct="1">
      <a:defRPr sz="1600" kern="1200">
        <a:solidFill>
          <a:schemeClr val="tx1"/>
        </a:solidFill>
        <a:latin typeface="+mn-lt"/>
        <a:ea typeface="+mn-ea"/>
        <a:cs typeface="+mn-cs"/>
      </a:defRPr>
    </a:lvl2pPr>
    <a:lvl3pPr marL="1218987" algn="l" defTabSz="1218987" rtl="0" eaLnBrk="1" latinLnBrk="0" hangingPunct="1">
      <a:defRPr sz="1600" kern="1200">
        <a:solidFill>
          <a:schemeClr val="tx1"/>
        </a:solidFill>
        <a:latin typeface="+mn-lt"/>
        <a:ea typeface="+mn-ea"/>
        <a:cs typeface="+mn-cs"/>
      </a:defRPr>
    </a:lvl3pPr>
    <a:lvl4pPr marL="1828480" algn="l" defTabSz="1218987" rtl="0" eaLnBrk="1" latinLnBrk="0" hangingPunct="1">
      <a:defRPr sz="1600" kern="1200">
        <a:solidFill>
          <a:schemeClr val="tx1"/>
        </a:solidFill>
        <a:latin typeface="+mn-lt"/>
        <a:ea typeface="+mn-ea"/>
        <a:cs typeface="+mn-cs"/>
      </a:defRPr>
    </a:lvl4pPr>
    <a:lvl5pPr marL="2437973" algn="l" defTabSz="1218987" rtl="0" eaLnBrk="1" latinLnBrk="0" hangingPunct="1">
      <a:defRPr sz="1600" kern="1200">
        <a:solidFill>
          <a:schemeClr val="tx1"/>
        </a:solidFill>
        <a:latin typeface="+mn-lt"/>
        <a:ea typeface="+mn-ea"/>
        <a:cs typeface="+mn-cs"/>
      </a:defRPr>
    </a:lvl5pPr>
    <a:lvl6pPr marL="3047467" algn="l" defTabSz="1218987" rtl="0" eaLnBrk="1" latinLnBrk="0" hangingPunct="1">
      <a:defRPr sz="1600" kern="1200">
        <a:solidFill>
          <a:schemeClr val="tx1"/>
        </a:solidFill>
        <a:latin typeface="+mn-lt"/>
        <a:ea typeface="+mn-ea"/>
        <a:cs typeface="+mn-cs"/>
      </a:defRPr>
    </a:lvl6pPr>
    <a:lvl7pPr marL="3656960" algn="l" defTabSz="1218987" rtl="0" eaLnBrk="1" latinLnBrk="0" hangingPunct="1">
      <a:defRPr sz="1600" kern="1200">
        <a:solidFill>
          <a:schemeClr val="tx1"/>
        </a:solidFill>
        <a:latin typeface="+mn-lt"/>
        <a:ea typeface="+mn-ea"/>
        <a:cs typeface="+mn-cs"/>
      </a:defRPr>
    </a:lvl7pPr>
    <a:lvl8pPr marL="4266453" algn="l" defTabSz="1218987" rtl="0" eaLnBrk="1" latinLnBrk="0" hangingPunct="1">
      <a:defRPr sz="1600" kern="1200">
        <a:solidFill>
          <a:schemeClr val="tx1"/>
        </a:solidFill>
        <a:latin typeface="+mn-lt"/>
        <a:ea typeface="+mn-ea"/>
        <a:cs typeface="+mn-cs"/>
      </a:defRPr>
    </a:lvl8pPr>
    <a:lvl9pPr marL="4875947" algn="l" defTabSz="1218987" rtl="0" eaLnBrk="1" latinLnBrk="0" hangingPunct="1">
      <a:defRPr sz="16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122B2CA-17C8-AAD2-31BD-C9D162BB018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AC8B7FD-0817-65B0-3666-9A0E50EDD9B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A5CA586-90D9-7684-1C66-35CC939C962A}"/>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15FC057A-9CE8-910C-3A42-5DCDC7D5C185}"/>
              </a:ext>
            </a:extLst>
          </p:cNvPr>
          <p:cNvSpPr>
            <a:spLocks noGrp="1"/>
          </p:cNvSpPr>
          <p:nvPr>
            <p:ph type="sldNum" sz="quarter" idx="10"/>
          </p:nvPr>
        </p:nvSpPr>
        <p:spPr/>
        <p:txBody>
          <a:bodyPr/>
          <a:lstStyle/>
          <a:p>
            <a:fld id="{3EBA5BD7-F043-4D1B-AA17-CD412FC534DE}" type="slidenum">
              <a:rPr lang="en-US" smtClean="0"/>
              <a:t>3</a:t>
            </a:fld>
            <a:endParaRPr lang="en-US"/>
          </a:p>
        </p:txBody>
      </p:sp>
    </p:spTree>
    <p:extLst>
      <p:ext uri="{BB962C8B-B14F-4D97-AF65-F5344CB8AC3E}">
        <p14:creationId xmlns:p14="http://schemas.microsoft.com/office/powerpoint/2010/main" val="140557883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DC10BD5-CEA2-EAA9-1154-4CA372904ED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E33EB9C-0B61-E4EF-3240-DAD62CE4C28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C0A88D8-BD41-D058-3F72-4ED988FE6954}"/>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3E04C29E-2D99-8C11-5C1D-A846652A7B53}"/>
              </a:ext>
            </a:extLst>
          </p:cNvPr>
          <p:cNvSpPr>
            <a:spLocks noGrp="1"/>
          </p:cNvSpPr>
          <p:nvPr>
            <p:ph type="sldNum" sz="quarter" idx="10"/>
          </p:nvPr>
        </p:nvSpPr>
        <p:spPr/>
        <p:txBody>
          <a:bodyPr/>
          <a:lstStyle/>
          <a:p>
            <a:fld id="{3EBA5BD7-F043-4D1B-AA17-CD412FC534DE}" type="slidenum">
              <a:rPr lang="en-US" smtClean="0"/>
              <a:t>4</a:t>
            </a:fld>
            <a:endParaRPr lang="en-US"/>
          </a:p>
        </p:txBody>
      </p:sp>
    </p:spTree>
    <p:extLst>
      <p:ext uri="{BB962C8B-B14F-4D97-AF65-F5344CB8AC3E}">
        <p14:creationId xmlns:p14="http://schemas.microsoft.com/office/powerpoint/2010/main" val="249199021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grpSp>
        <p:nvGrpSpPr>
          <p:cNvPr id="21" name="diagonals"/>
          <p:cNvGrpSpPr/>
          <p:nvPr/>
        </p:nvGrpSpPr>
        <p:grpSpPr>
          <a:xfrm>
            <a:off x="7516443" y="4145281"/>
            <a:ext cx="4686117" cy="2731407"/>
            <a:chOff x="5638800" y="3108960"/>
            <a:chExt cx="3515503" cy="2048555"/>
          </a:xfrm>
        </p:grpSpPr>
        <p:cxnSp>
          <p:nvCxnSpPr>
            <p:cNvPr id="14" name="Straight Connector 13"/>
            <p:cNvCxnSpPr/>
            <p:nvPr/>
          </p:nvCxnSpPr>
          <p:spPr>
            <a:xfrm flipV="1">
              <a:off x="5638800" y="3108960"/>
              <a:ext cx="3515503" cy="2037116"/>
            </a:xfrm>
            <a:prstGeom prst="line">
              <a:avLst/>
            </a:prstGeom>
            <a:noFill/>
            <a:ln w="38100">
              <a:gradFill>
                <a:gsLst>
                  <a:gs pos="50000">
                    <a:schemeClr val="accent1">
                      <a:lumMod val="75000"/>
                    </a:schemeClr>
                  </a:gs>
                  <a:gs pos="0">
                    <a:schemeClr val="accent1"/>
                  </a:gs>
                  <a:gs pos="100000">
                    <a:schemeClr val="accent1"/>
                  </a:gs>
                </a:gsLst>
                <a:lin ang="5400000" scaled="0"/>
              </a:gradFill>
            </a:ln>
          </p:spPr>
          <p:style>
            <a:lnRef idx="2">
              <a:schemeClr val="accent1">
                <a:shade val="50000"/>
              </a:schemeClr>
            </a:lnRef>
            <a:fillRef idx="1">
              <a:schemeClr val="accent1"/>
            </a:fillRef>
            <a:effectRef idx="0">
              <a:schemeClr val="accent1"/>
            </a:effectRef>
            <a:fontRef idx="minor">
              <a:schemeClr val="lt1"/>
            </a:fontRef>
          </p:style>
        </p:cxnSp>
        <p:cxnSp>
          <p:nvCxnSpPr>
            <p:cNvPr id="17" name="Straight Connector 16"/>
            <p:cNvCxnSpPr/>
            <p:nvPr/>
          </p:nvCxnSpPr>
          <p:spPr>
            <a:xfrm flipV="1">
              <a:off x="6004643" y="3333750"/>
              <a:ext cx="3149660" cy="1823765"/>
            </a:xfrm>
            <a:prstGeom prst="line">
              <a:avLst/>
            </a:prstGeom>
            <a:noFill/>
            <a:ln w="28575">
              <a:gradFill>
                <a:gsLst>
                  <a:gs pos="0">
                    <a:schemeClr val="accent1">
                      <a:lumMod val="75000"/>
                    </a:schemeClr>
                  </a:gs>
                  <a:gs pos="50000">
                    <a:schemeClr val="accent1">
                      <a:lumMod val="75000"/>
                    </a:schemeClr>
                  </a:gs>
                  <a:gs pos="100000">
                    <a:schemeClr val="accent1"/>
                  </a:gs>
                </a:gsLst>
                <a:lin ang="5400000" scaled="0"/>
              </a:gradFill>
            </a:ln>
          </p:spPr>
          <p:style>
            <a:lnRef idx="2">
              <a:schemeClr val="accent1">
                <a:shade val="50000"/>
              </a:schemeClr>
            </a:lnRef>
            <a:fillRef idx="1">
              <a:schemeClr val="accent1"/>
            </a:fillRef>
            <a:effectRef idx="0">
              <a:schemeClr val="accent1"/>
            </a:effectRef>
            <a:fontRef idx="minor">
              <a:schemeClr val="lt1"/>
            </a:fontRef>
          </p:style>
        </p:cxnSp>
        <p:cxnSp>
          <p:nvCxnSpPr>
            <p:cNvPr id="19" name="Straight Connector 18"/>
            <p:cNvCxnSpPr/>
            <p:nvPr/>
          </p:nvCxnSpPr>
          <p:spPr>
            <a:xfrm flipV="1">
              <a:off x="6388342" y="3549891"/>
              <a:ext cx="2765961" cy="1600149"/>
            </a:xfrm>
            <a:prstGeom prst="line">
              <a:avLst/>
            </a:prstGeom>
            <a:noFill/>
            <a:ln w="25400">
              <a:gradFill>
                <a:gsLst>
                  <a:gs pos="0">
                    <a:schemeClr val="accent1">
                      <a:lumMod val="50000"/>
                    </a:schemeClr>
                  </a:gs>
                  <a:gs pos="100000">
                    <a:schemeClr val="accent1">
                      <a:lumMod val="75000"/>
                    </a:schemeClr>
                  </a:gs>
                </a:gsLst>
                <a:lin ang="5400000" scaled="0"/>
              </a:gradFill>
            </a:ln>
          </p:spPr>
          <p:style>
            <a:lnRef idx="2">
              <a:schemeClr val="accent1">
                <a:shade val="50000"/>
              </a:schemeClr>
            </a:lnRef>
            <a:fillRef idx="1">
              <a:schemeClr val="accent1"/>
            </a:fillRef>
            <a:effectRef idx="0">
              <a:schemeClr val="accent1"/>
            </a:effectRef>
            <a:fontRef idx="minor">
              <a:schemeClr val="lt1"/>
            </a:fontRef>
          </p:style>
        </p:cxnSp>
      </p:grpSp>
      <p:grpSp>
        <p:nvGrpSpPr>
          <p:cNvPr id="12" name="bottom lines"/>
          <p:cNvGrpSpPr/>
          <p:nvPr/>
        </p:nvGrpSpPr>
        <p:grpSpPr>
          <a:xfrm>
            <a:off x="-8916" y="6057149"/>
            <a:ext cx="5498726" cy="820207"/>
            <a:chOff x="-6689" y="4553748"/>
            <a:chExt cx="4125119" cy="615155"/>
          </a:xfrm>
        </p:grpSpPr>
        <p:sp>
          <p:nvSpPr>
            <p:cNvPr id="9" name="Freeform 8"/>
            <p:cNvSpPr/>
            <p:nvPr/>
          </p:nvSpPr>
          <p:spPr>
            <a:xfrm rot="16200000">
              <a:off x="1754302" y="2802395"/>
              <a:ext cx="612775" cy="4115481"/>
            </a:xfrm>
            <a:custGeom>
              <a:avLst/>
              <a:gdLst>
                <a:gd name="connsiteX0" fmla="*/ 0 w 603250"/>
                <a:gd name="connsiteY0" fmla="*/ 3905250 h 3905250"/>
                <a:gd name="connsiteX1" fmla="*/ 603250 w 603250"/>
                <a:gd name="connsiteY1" fmla="*/ 2984500 h 3905250"/>
                <a:gd name="connsiteX2" fmla="*/ 603250 w 603250"/>
                <a:gd name="connsiteY2" fmla="*/ 0 h 3905250"/>
                <a:gd name="connsiteX0" fmla="*/ 0 w 612775"/>
                <a:gd name="connsiteY0" fmla="*/ 3919538 h 3919538"/>
                <a:gd name="connsiteX1" fmla="*/ 612775 w 612775"/>
                <a:gd name="connsiteY1" fmla="*/ 2984500 h 3919538"/>
                <a:gd name="connsiteX2" fmla="*/ 612775 w 612775"/>
                <a:gd name="connsiteY2" fmla="*/ 0 h 3919538"/>
                <a:gd name="connsiteX0" fmla="*/ 0 w 612775"/>
                <a:gd name="connsiteY0" fmla="*/ 4115481 h 4115481"/>
                <a:gd name="connsiteX1" fmla="*/ 612775 w 612775"/>
                <a:gd name="connsiteY1" fmla="*/ 3180443 h 4115481"/>
                <a:gd name="connsiteX2" fmla="*/ 612775 w 612775"/>
                <a:gd name="connsiteY2" fmla="*/ 0 h 4115481"/>
              </a:gdLst>
              <a:ahLst/>
              <a:cxnLst>
                <a:cxn ang="0">
                  <a:pos x="connsiteX0" y="connsiteY0"/>
                </a:cxn>
                <a:cxn ang="0">
                  <a:pos x="connsiteX1" y="connsiteY1"/>
                </a:cxn>
                <a:cxn ang="0">
                  <a:pos x="connsiteX2" y="connsiteY2"/>
                </a:cxn>
              </a:cxnLst>
              <a:rect l="l" t="t" r="r" b="b"/>
              <a:pathLst>
                <a:path w="612775" h="4115481">
                  <a:moveTo>
                    <a:pt x="0" y="4115481"/>
                  </a:moveTo>
                  <a:lnTo>
                    <a:pt x="612775" y="3180443"/>
                  </a:lnTo>
                  <a:lnTo>
                    <a:pt x="612775" y="0"/>
                  </a:lnTo>
                </a:path>
              </a:pathLst>
            </a:custGeom>
            <a:noFill/>
            <a:ln w="38100">
              <a:gradFill>
                <a:gsLst>
                  <a:gs pos="50000">
                    <a:schemeClr val="accent1">
                      <a:lumMod val="75000"/>
                    </a:schemeClr>
                  </a:gs>
                  <a:gs pos="0">
                    <a:schemeClr val="accent1"/>
                  </a:gs>
                  <a:gs pos="100000">
                    <a:schemeClr val="accent1"/>
                  </a:gs>
                </a:gsLst>
                <a:lin ang="5400000" scaled="0"/>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a:p>
          </p:txBody>
        </p:sp>
        <p:sp>
          <p:nvSpPr>
            <p:cNvPr id="10" name="Freeform 9"/>
            <p:cNvSpPr/>
            <p:nvPr/>
          </p:nvSpPr>
          <p:spPr>
            <a:xfrm rot="16200000">
              <a:off x="1604659" y="3152814"/>
              <a:ext cx="410751" cy="3621427"/>
            </a:xfrm>
            <a:custGeom>
              <a:avLst/>
              <a:gdLst>
                <a:gd name="connsiteX0" fmla="*/ 0 w 603250"/>
                <a:gd name="connsiteY0" fmla="*/ 3905250 h 3905250"/>
                <a:gd name="connsiteX1" fmla="*/ 603250 w 603250"/>
                <a:gd name="connsiteY1" fmla="*/ 2984500 h 3905250"/>
                <a:gd name="connsiteX2" fmla="*/ 603250 w 603250"/>
                <a:gd name="connsiteY2" fmla="*/ 0 h 3905250"/>
                <a:gd name="connsiteX0" fmla="*/ 0 w 612775"/>
                <a:gd name="connsiteY0" fmla="*/ 3919538 h 3919538"/>
                <a:gd name="connsiteX1" fmla="*/ 612775 w 612775"/>
                <a:gd name="connsiteY1" fmla="*/ 2984500 h 3919538"/>
                <a:gd name="connsiteX2" fmla="*/ 612775 w 612775"/>
                <a:gd name="connsiteY2" fmla="*/ 0 h 3919538"/>
                <a:gd name="connsiteX0" fmla="*/ 0 w 612775"/>
                <a:gd name="connsiteY0" fmla="*/ 3919538 h 3919538"/>
                <a:gd name="connsiteX1" fmla="*/ 202024 w 612775"/>
                <a:gd name="connsiteY1" fmla="*/ 3607676 h 3919538"/>
                <a:gd name="connsiteX2" fmla="*/ 612775 w 612775"/>
                <a:gd name="connsiteY2" fmla="*/ 2984500 h 3919538"/>
                <a:gd name="connsiteX3" fmla="*/ 612775 w 612775"/>
                <a:gd name="connsiteY3" fmla="*/ 0 h 3919538"/>
                <a:gd name="connsiteX0" fmla="*/ 0 w 410751"/>
                <a:gd name="connsiteY0" fmla="*/ 3607676 h 3607676"/>
                <a:gd name="connsiteX1" fmla="*/ 410751 w 410751"/>
                <a:gd name="connsiteY1" fmla="*/ 2984500 h 3607676"/>
                <a:gd name="connsiteX2" fmla="*/ 410751 w 410751"/>
                <a:gd name="connsiteY2" fmla="*/ 0 h 3607676"/>
                <a:gd name="connsiteX0" fmla="*/ 0 w 410751"/>
                <a:gd name="connsiteY0" fmla="*/ 3607676 h 3607676"/>
                <a:gd name="connsiteX1" fmla="*/ 410751 w 410751"/>
                <a:gd name="connsiteY1" fmla="*/ 2984500 h 3607676"/>
                <a:gd name="connsiteX2" fmla="*/ 409575 w 410751"/>
                <a:gd name="connsiteY2" fmla="*/ 185820 h 3607676"/>
                <a:gd name="connsiteX3" fmla="*/ 410751 w 410751"/>
                <a:gd name="connsiteY3" fmla="*/ 0 h 3607676"/>
                <a:gd name="connsiteX0" fmla="*/ 0 w 410751"/>
                <a:gd name="connsiteY0" fmla="*/ 3421856 h 3421856"/>
                <a:gd name="connsiteX1" fmla="*/ 410751 w 410751"/>
                <a:gd name="connsiteY1" fmla="*/ 2798680 h 3421856"/>
                <a:gd name="connsiteX2" fmla="*/ 409575 w 410751"/>
                <a:gd name="connsiteY2" fmla="*/ 0 h 3421856"/>
                <a:gd name="connsiteX0" fmla="*/ 0 w 410751"/>
                <a:gd name="connsiteY0" fmla="*/ 3614170 h 3614170"/>
                <a:gd name="connsiteX1" fmla="*/ 410751 w 410751"/>
                <a:gd name="connsiteY1" fmla="*/ 2990994 h 3614170"/>
                <a:gd name="connsiteX2" fmla="*/ 405947 w 410751"/>
                <a:gd name="connsiteY2" fmla="*/ 0 h 3614170"/>
                <a:gd name="connsiteX0" fmla="*/ 0 w 410751"/>
                <a:gd name="connsiteY0" fmla="*/ 3621427 h 3621427"/>
                <a:gd name="connsiteX1" fmla="*/ 410751 w 410751"/>
                <a:gd name="connsiteY1" fmla="*/ 2998251 h 3621427"/>
                <a:gd name="connsiteX2" fmla="*/ 405947 w 410751"/>
                <a:gd name="connsiteY2" fmla="*/ 0 h 3621427"/>
              </a:gdLst>
              <a:ahLst/>
              <a:cxnLst>
                <a:cxn ang="0">
                  <a:pos x="connsiteX0" y="connsiteY0"/>
                </a:cxn>
                <a:cxn ang="0">
                  <a:pos x="connsiteX1" y="connsiteY1"/>
                </a:cxn>
                <a:cxn ang="0">
                  <a:pos x="connsiteX2" y="connsiteY2"/>
                </a:cxn>
              </a:cxnLst>
              <a:rect l="l" t="t" r="r" b="b"/>
              <a:pathLst>
                <a:path w="410751" h="3621427">
                  <a:moveTo>
                    <a:pt x="0" y="3621427"/>
                  </a:moveTo>
                  <a:lnTo>
                    <a:pt x="410751" y="2998251"/>
                  </a:lnTo>
                  <a:cubicBezTo>
                    <a:pt x="410359" y="2065358"/>
                    <a:pt x="406339" y="932893"/>
                    <a:pt x="405947" y="0"/>
                  </a:cubicBezTo>
                </a:path>
              </a:pathLst>
            </a:custGeom>
            <a:noFill/>
            <a:ln w="28575">
              <a:gradFill>
                <a:gsLst>
                  <a:gs pos="0">
                    <a:schemeClr val="accent1">
                      <a:lumMod val="75000"/>
                    </a:schemeClr>
                  </a:gs>
                  <a:gs pos="50000">
                    <a:schemeClr val="accent1">
                      <a:lumMod val="75000"/>
                    </a:schemeClr>
                  </a:gs>
                  <a:gs pos="100000">
                    <a:schemeClr val="accent1"/>
                  </a:gs>
                </a:gsLst>
                <a:lin ang="5400000" scaled="0"/>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a:p>
          </p:txBody>
        </p:sp>
        <p:sp>
          <p:nvSpPr>
            <p:cNvPr id="11" name="Freeform 10"/>
            <p:cNvSpPr/>
            <p:nvPr/>
          </p:nvSpPr>
          <p:spPr>
            <a:xfrm rot="16200000">
              <a:off x="1462308" y="3453376"/>
              <a:ext cx="241768" cy="3179761"/>
            </a:xfrm>
            <a:custGeom>
              <a:avLst/>
              <a:gdLst>
                <a:gd name="connsiteX0" fmla="*/ 0 w 603250"/>
                <a:gd name="connsiteY0" fmla="*/ 3905250 h 3905250"/>
                <a:gd name="connsiteX1" fmla="*/ 603250 w 603250"/>
                <a:gd name="connsiteY1" fmla="*/ 2984500 h 3905250"/>
                <a:gd name="connsiteX2" fmla="*/ 603250 w 603250"/>
                <a:gd name="connsiteY2" fmla="*/ 0 h 3905250"/>
                <a:gd name="connsiteX0" fmla="*/ 0 w 612775"/>
                <a:gd name="connsiteY0" fmla="*/ 3919538 h 3919538"/>
                <a:gd name="connsiteX1" fmla="*/ 612775 w 612775"/>
                <a:gd name="connsiteY1" fmla="*/ 2984500 h 3919538"/>
                <a:gd name="connsiteX2" fmla="*/ 612775 w 612775"/>
                <a:gd name="connsiteY2" fmla="*/ 0 h 3919538"/>
                <a:gd name="connsiteX0" fmla="*/ 0 w 612775"/>
                <a:gd name="connsiteY0" fmla="*/ 3919538 h 3919538"/>
                <a:gd name="connsiteX1" fmla="*/ 373856 w 612775"/>
                <a:gd name="connsiteY1" fmla="*/ 3344891 h 3919538"/>
                <a:gd name="connsiteX2" fmla="*/ 612775 w 612775"/>
                <a:gd name="connsiteY2" fmla="*/ 2984500 h 3919538"/>
                <a:gd name="connsiteX3" fmla="*/ 612775 w 612775"/>
                <a:gd name="connsiteY3" fmla="*/ 0 h 3919538"/>
                <a:gd name="connsiteX0" fmla="*/ 0 w 238919"/>
                <a:gd name="connsiteY0" fmla="*/ 3344891 h 3344891"/>
                <a:gd name="connsiteX1" fmla="*/ 238919 w 238919"/>
                <a:gd name="connsiteY1" fmla="*/ 2984500 h 3344891"/>
                <a:gd name="connsiteX2" fmla="*/ 238919 w 238919"/>
                <a:gd name="connsiteY2" fmla="*/ 0 h 3344891"/>
                <a:gd name="connsiteX0" fmla="*/ 0 w 238919"/>
                <a:gd name="connsiteY0" fmla="*/ 3344891 h 3344891"/>
                <a:gd name="connsiteX1" fmla="*/ 238919 w 238919"/>
                <a:gd name="connsiteY1" fmla="*/ 2984500 h 3344891"/>
                <a:gd name="connsiteX2" fmla="*/ 238125 w 238919"/>
                <a:gd name="connsiteY2" fmla="*/ 368330 h 3344891"/>
                <a:gd name="connsiteX3" fmla="*/ 238919 w 238919"/>
                <a:gd name="connsiteY3" fmla="*/ 0 h 3344891"/>
                <a:gd name="connsiteX0" fmla="*/ 0 w 238919"/>
                <a:gd name="connsiteY0" fmla="*/ 2976561 h 2976561"/>
                <a:gd name="connsiteX1" fmla="*/ 238919 w 238919"/>
                <a:gd name="connsiteY1" fmla="*/ 2616170 h 2976561"/>
                <a:gd name="connsiteX2" fmla="*/ 238125 w 238919"/>
                <a:gd name="connsiteY2" fmla="*/ 0 h 2976561"/>
                <a:gd name="connsiteX0" fmla="*/ 0 w 241768"/>
                <a:gd name="connsiteY0" fmla="*/ 3179761 h 3179761"/>
                <a:gd name="connsiteX1" fmla="*/ 238919 w 241768"/>
                <a:gd name="connsiteY1" fmla="*/ 2819370 h 3179761"/>
                <a:gd name="connsiteX2" fmla="*/ 241754 w 241768"/>
                <a:gd name="connsiteY2" fmla="*/ 0 h 3179761"/>
              </a:gdLst>
              <a:ahLst/>
              <a:cxnLst>
                <a:cxn ang="0">
                  <a:pos x="connsiteX0" y="connsiteY0"/>
                </a:cxn>
                <a:cxn ang="0">
                  <a:pos x="connsiteX1" y="connsiteY1"/>
                </a:cxn>
                <a:cxn ang="0">
                  <a:pos x="connsiteX2" y="connsiteY2"/>
                </a:cxn>
              </a:cxnLst>
              <a:rect l="l" t="t" r="r" b="b"/>
              <a:pathLst>
                <a:path w="241768" h="3179761">
                  <a:moveTo>
                    <a:pt x="0" y="3179761"/>
                  </a:moveTo>
                  <a:lnTo>
                    <a:pt x="238919" y="2819370"/>
                  </a:lnTo>
                  <a:cubicBezTo>
                    <a:pt x="238654" y="1947313"/>
                    <a:pt x="242019" y="872057"/>
                    <a:pt x="241754" y="0"/>
                  </a:cubicBezTo>
                </a:path>
              </a:pathLst>
            </a:custGeom>
            <a:noFill/>
            <a:ln w="25400">
              <a:gradFill>
                <a:gsLst>
                  <a:gs pos="0">
                    <a:schemeClr val="accent1">
                      <a:lumMod val="50000"/>
                    </a:schemeClr>
                  </a:gs>
                  <a:gs pos="100000">
                    <a:schemeClr val="accent1">
                      <a:lumMod val="75000"/>
                    </a:schemeClr>
                  </a:gs>
                </a:gsLst>
                <a:lin ang="5400000" scaled="0"/>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a:p>
          </p:txBody>
        </p:sp>
      </p:grpSp>
      <p:sp>
        <p:nvSpPr>
          <p:cNvPr id="2" name="Title 1"/>
          <p:cNvSpPr>
            <a:spLocks noGrp="1"/>
          </p:cNvSpPr>
          <p:nvPr>
            <p:ph type="ctrTitle"/>
          </p:nvPr>
        </p:nvSpPr>
        <p:spPr>
          <a:xfrm>
            <a:off x="1625176" y="584200"/>
            <a:ext cx="8735325" cy="2000251"/>
          </a:xfrm>
        </p:spPr>
        <p:txBody>
          <a:bodyPr>
            <a:normAutofit/>
          </a:bodyPr>
          <a:lstStyle>
            <a:lvl1pPr>
              <a:defRPr sz="5400"/>
            </a:lvl1pPr>
          </a:lstStyle>
          <a:p>
            <a:r>
              <a:rPr lang="en-US"/>
              <a:t>Click to edit Master title style</a:t>
            </a:r>
            <a:endParaRPr/>
          </a:p>
        </p:txBody>
      </p:sp>
      <p:sp>
        <p:nvSpPr>
          <p:cNvPr id="3" name="Subtitle 2"/>
          <p:cNvSpPr>
            <a:spLocks noGrp="1"/>
          </p:cNvSpPr>
          <p:nvPr>
            <p:ph type="subTitle" idx="1"/>
          </p:nvPr>
        </p:nvSpPr>
        <p:spPr>
          <a:xfrm>
            <a:off x="1625176" y="2616200"/>
            <a:ext cx="8735325" cy="1752600"/>
          </a:xfrm>
        </p:spPr>
        <p:txBody>
          <a:bodyPr>
            <a:normAutofit/>
          </a:bodyPr>
          <a:lstStyle>
            <a:lvl1pPr marL="0" indent="0" algn="l">
              <a:spcBef>
                <a:spcPts val="0"/>
              </a:spcBef>
              <a:buNone/>
              <a:defRPr sz="2800" cap="all" spc="200" baseline="0">
                <a:solidFill>
                  <a:schemeClr val="accent1"/>
                </a:solidFill>
              </a:defRPr>
            </a:lvl1pPr>
            <a:lvl2pPr marL="609493" indent="0" algn="ctr">
              <a:buNone/>
              <a:defRPr>
                <a:solidFill>
                  <a:schemeClr val="tx1">
                    <a:tint val="75000"/>
                  </a:schemeClr>
                </a:solidFill>
              </a:defRPr>
            </a:lvl2pPr>
            <a:lvl3pPr marL="1218987" indent="0" algn="ctr">
              <a:buNone/>
              <a:defRPr>
                <a:solidFill>
                  <a:schemeClr val="tx1">
                    <a:tint val="75000"/>
                  </a:schemeClr>
                </a:solidFill>
              </a:defRPr>
            </a:lvl3pPr>
            <a:lvl4pPr marL="1828480" indent="0" algn="ctr">
              <a:buNone/>
              <a:defRPr>
                <a:solidFill>
                  <a:schemeClr val="tx1">
                    <a:tint val="75000"/>
                  </a:schemeClr>
                </a:solidFill>
              </a:defRPr>
            </a:lvl4pPr>
            <a:lvl5pPr marL="2437973" indent="0" algn="ctr">
              <a:buNone/>
              <a:defRPr>
                <a:solidFill>
                  <a:schemeClr val="tx1">
                    <a:tint val="75000"/>
                  </a:schemeClr>
                </a:solidFill>
              </a:defRPr>
            </a:lvl5pPr>
            <a:lvl6pPr marL="3047467" indent="0" algn="ctr">
              <a:buNone/>
              <a:defRPr>
                <a:solidFill>
                  <a:schemeClr val="tx1">
                    <a:tint val="75000"/>
                  </a:schemeClr>
                </a:solidFill>
              </a:defRPr>
            </a:lvl6pPr>
            <a:lvl7pPr marL="3656960" indent="0" algn="ctr">
              <a:buNone/>
              <a:defRPr>
                <a:solidFill>
                  <a:schemeClr val="tx1">
                    <a:tint val="75000"/>
                  </a:schemeClr>
                </a:solidFill>
              </a:defRPr>
            </a:lvl7pPr>
            <a:lvl8pPr marL="4266453" indent="0" algn="ctr">
              <a:buNone/>
              <a:defRPr>
                <a:solidFill>
                  <a:schemeClr val="tx1">
                    <a:tint val="75000"/>
                  </a:schemeClr>
                </a:solidFill>
              </a:defRPr>
            </a:lvl8pPr>
            <a:lvl9pPr marL="4875947" indent="0" algn="ctr">
              <a:buNone/>
              <a:defRPr>
                <a:solidFill>
                  <a:schemeClr val="tx1">
                    <a:tint val="75000"/>
                  </a:schemeClr>
                </a:solidFill>
              </a:defRPr>
            </a:lvl9pPr>
          </a:lstStyle>
          <a:p>
            <a:r>
              <a:rPr lang="en-US"/>
              <a:t>Click to edit Master subtitle style</a:t>
            </a:r>
            <a:endParaRPr/>
          </a:p>
        </p:txBody>
      </p:sp>
      <p:sp>
        <p:nvSpPr>
          <p:cNvPr id="22" name="Date Placeholder 21"/>
          <p:cNvSpPr>
            <a:spLocks noGrp="1"/>
          </p:cNvSpPr>
          <p:nvPr>
            <p:ph type="dt" sz="half" idx="10"/>
          </p:nvPr>
        </p:nvSpPr>
        <p:spPr/>
        <p:txBody>
          <a:bodyPr/>
          <a:lstStyle/>
          <a:p>
            <a:fld id="{F0DFD029-FB74-4578-B929-F66AA97659CA}" type="datetimeFigureOut">
              <a:rPr lang="en-US"/>
              <a:t>1/29/2025</a:t>
            </a:fld>
            <a:endParaRPr/>
          </a:p>
        </p:txBody>
      </p:sp>
      <p:sp>
        <p:nvSpPr>
          <p:cNvPr id="23" name="Footer Placeholder 22"/>
          <p:cNvSpPr>
            <a:spLocks noGrp="1"/>
          </p:cNvSpPr>
          <p:nvPr>
            <p:ph type="ftr" sz="quarter" idx="11"/>
          </p:nvPr>
        </p:nvSpPr>
        <p:spPr/>
        <p:txBody>
          <a:bodyPr/>
          <a:lstStyle/>
          <a:p>
            <a:endParaRPr/>
          </a:p>
        </p:txBody>
      </p:sp>
      <p:sp>
        <p:nvSpPr>
          <p:cNvPr id="24" name="Slide Number Placeholder 23"/>
          <p:cNvSpPr>
            <a:spLocks noGrp="1"/>
          </p:cNvSpPr>
          <p:nvPr>
            <p:ph type="sldNum" sz="quarter" idx="12"/>
          </p:nvPr>
        </p:nvSpPr>
        <p:spPr/>
        <p:txBody>
          <a:bodyPr/>
          <a:lstStyle/>
          <a:p>
            <a:fld id="{C014DD1E-5D91-48A3-AD6D-45FBA980D106}" type="slidenum">
              <a:rPr/>
              <a:t>‹#›</a:t>
            </a:fld>
            <a:endParaRPr/>
          </a:p>
        </p:txBody>
      </p:sp>
    </p:spTree>
    <p:extLst>
      <p:ext uri="{BB962C8B-B14F-4D97-AF65-F5344CB8AC3E}">
        <p14:creationId xmlns:p14="http://schemas.microsoft.com/office/powerpoint/2010/main" val="184748859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a:p>
        </p:txBody>
      </p:sp>
      <p:sp>
        <p:nvSpPr>
          <p:cNvPr id="3" name="Content Placeholder 2"/>
          <p:cNvSpPr>
            <a:spLocks noGrp="1"/>
          </p:cNvSpPr>
          <p:nvPr>
            <p:ph idx="1"/>
          </p:nvPr>
        </p:nvSpPr>
        <p:spPr/>
        <p:txBody>
          <a:bodyPr/>
          <a:lstStyle>
            <a:lvl5pPr>
              <a:defRPr/>
            </a:lvl5pPr>
            <a:lvl6pPr>
              <a:defRPr/>
            </a:lvl6pPr>
            <a:lvl7pPr>
              <a:defRPr/>
            </a:lvl7pPr>
            <a:lvl8pPr>
              <a:defRPr/>
            </a:lvl8pPr>
            <a:lvl9pPr>
              <a:defRPr/>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4" name="Date Placeholder 3"/>
          <p:cNvSpPr>
            <a:spLocks noGrp="1"/>
          </p:cNvSpPr>
          <p:nvPr>
            <p:ph type="dt" sz="half" idx="10"/>
          </p:nvPr>
        </p:nvSpPr>
        <p:spPr/>
        <p:txBody>
          <a:bodyPr/>
          <a:lstStyle/>
          <a:p>
            <a:fld id="{F0DFD029-FB74-4578-B929-F66AA97659CA}" type="datetimeFigureOut">
              <a:rPr lang="en-US"/>
              <a:t>1/29/2025</a:t>
            </a:fld>
            <a:endParaRPr/>
          </a:p>
        </p:txBody>
      </p:sp>
      <p:sp>
        <p:nvSpPr>
          <p:cNvPr id="5" name="Footer Placeholder 4"/>
          <p:cNvSpPr>
            <a:spLocks noGrp="1"/>
          </p:cNvSpPr>
          <p:nvPr>
            <p:ph type="ftr" sz="quarter" idx="11"/>
          </p:nvPr>
        </p:nvSpPr>
        <p:spPr/>
        <p:txBody>
          <a:bodyPr/>
          <a:lstStyle/>
          <a:p>
            <a:endParaRPr/>
          </a:p>
        </p:txBody>
      </p:sp>
      <p:sp>
        <p:nvSpPr>
          <p:cNvPr id="6" name="Slide Number Placeholder 5"/>
          <p:cNvSpPr>
            <a:spLocks noGrp="1"/>
          </p:cNvSpPr>
          <p:nvPr>
            <p:ph type="sldNum" sz="quarter" idx="12"/>
          </p:nvPr>
        </p:nvSpPr>
        <p:spPr/>
        <p:txBody>
          <a:bodyPr/>
          <a:lstStyle/>
          <a:p>
            <a:fld id="{C014DD1E-5D91-48A3-AD6D-45FBA980D106}" type="slidenum">
              <a:rPr/>
              <a:t>‹#›</a:t>
            </a:fld>
            <a:endParaRPr/>
          </a:p>
        </p:txBody>
      </p:sp>
    </p:spTree>
    <p:extLst>
      <p:ext uri="{BB962C8B-B14F-4D97-AF65-F5344CB8AC3E}">
        <p14:creationId xmlns:p14="http://schemas.microsoft.com/office/powerpoint/2010/main" val="140676901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grpSp>
        <p:nvGrpSpPr>
          <p:cNvPr id="11" name="diagonals"/>
          <p:cNvGrpSpPr/>
          <p:nvPr/>
        </p:nvGrpSpPr>
        <p:grpSpPr>
          <a:xfrm>
            <a:off x="7516443" y="4145281"/>
            <a:ext cx="4686117" cy="2731407"/>
            <a:chOff x="5638800" y="3108960"/>
            <a:chExt cx="3515503" cy="2048555"/>
          </a:xfrm>
        </p:grpSpPr>
        <p:cxnSp>
          <p:nvCxnSpPr>
            <p:cNvPr id="12" name="Straight Connector 11"/>
            <p:cNvCxnSpPr/>
            <p:nvPr/>
          </p:nvCxnSpPr>
          <p:spPr>
            <a:xfrm flipV="1">
              <a:off x="5638800" y="3108960"/>
              <a:ext cx="3515503" cy="2037116"/>
            </a:xfrm>
            <a:prstGeom prst="line">
              <a:avLst/>
            </a:prstGeom>
            <a:noFill/>
            <a:ln w="38100">
              <a:gradFill>
                <a:gsLst>
                  <a:gs pos="50000">
                    <a:schemeClr val="accent1">
                      <a:lumMod val="75000"/>
                    </a:schemeClr>
                  </a:gs>
                  <a:gs pos="0">
                    <a:schemeClr val="accent1"/>
                  </a:gs>
                  <a:gs pos="100000">
                    <a:schemeClr val="accent1"/>
                  </a:gs>
                </a:gsLst>
                <a:lin ang="5400000" scaled="0"/>
              </a:gradFill>
            </a:ln>
          </p:spPr>
          <p:style>
            <a:lnRef idx="2">
              <a:schemeClr val="accent1">
                <a:shade val="50000"/>
              </a:schemeClr>
            </a:lnRef>
            <a:fillRef idx="1">
              <a:schemeClr val="accent1"/>
            </a:fillRef>
            <a:effectRef idx="0">
              <a:schemeClr val="accent1"/>
            </a:effectRef>
            <a:fontRef idx="minor">
              <a:schemeClr val="lt1"/>
            </a:fontRef>
          </p:style>
        </p:cxnSp>
        <p:cxnSp>
          <p:nvCxnSpPr>
            <p:cNvPr id="13" name="Straight Connector 12"/>
            <p:cNvCxnSpPr/>
            <p:nvPr/>
          </p:nvCxnSpPr>
          <p:spPr>
            <a:xfrm flipV="1">
              <a:off x="6004643" y="3333750"/>
              <a:ext cx="3149660" cy="1823765"/>
            </a:xfrm>
            <a:prstGeom prst="line">
              <a:avLst/>
            </a:prstGeom>
            <a:noFill/>
            <a:ln w="28575">
              <a:gradFill>
                <a:gsLst>
                  <a:gs pos="0">
                    <a:schemeClr val="accent1">
                      <a:lumMod val="75000"/>
                    </a:schemeClr>
                  </a:gs>
                  <a:gs pos="50000">
                    <a:schemeClr val="accent1">
                      <a:lumMod val="75000"/>
                    </a:schemeClr>
                  </a:gs>
                  <a:gs pos="100000">
                    <a:schemeClr val="accent1"/>
                  </a:gs>
                </a:gsLst>
                <a:lin ang="5400000" scaled="0"/>
              </a:gradFill>
            </a:ln>
          </p:spPr>
          <p:style>
            <a:lnRef idx="2">
              <a:schemeClr val="accent1">
                <a:shade val="50000"/>
              </a:schemeClr>
            </a:lnRef>
            <a:fillRef idx="1">
              <a:schemeClr val="accent1"/>
            </a:fillRef>
            <a:effectRef idx="0">
              <a:schemeClr val="accent1"/>
            </a:effectRef>
            <a:fontRef idx="minor">
              <a:schemeClr val="lt1"/>
            </a:fontRef>
          </p:style>
        </p:cxnSp>
        <p:cxnSp>
          <p:nvCxnSpPr>
            <p:cNvPr id="14" name="Straight Connector 13"/>
            <p:cNvCxnSpPr/>
            <p:nvPr/>
          </p:nvCxnSpPr>
          <p:spPr>
            <a:xfrm flipV="1">
              <a:off x="6388342" y="3549891"/>
              <a:ext cx="2765961" cy="1600149"/>
            </a:xfrm>
            <a:prstGeom prst="line">
              <a:avLst/>
            </a:prstGeom>
            <a:noFill/>
            <a:ln w="25400">
              <a:gradFill>
                <a:gsLst>
                  <a:gs pos="0">
                    <a:schemeClr val="accent1">
                      <a:lumMod val="50000"/>
                    </a:schemeClr>
                  </a:gs>
                  <a:gs pos="100000">
                    <a:schemeClr val="accent1">
                      <a:lumMod val="75000"/>
                    </a:schemeClr>
                  </a:gs>
                </a:gsLst>
                <a:lin ang="5400000" scaled="0"/>
              </a:gradFill>
            </a:ln>
          </p:spPr>
          <p:style>
            <a:lnRef idx="2">
              <a:schemeClr val="accent1">
                <a:shade val="50000"/>
              </a:schemeClr>
            </a:lnRef>
            <a:fillRef idx="1">
              <a:schemeClr val="accent1"/>
            </a:fillRef>
            <a:effectRef idx="0">
              <a:schemeClr val="accent1"/>
            </a:effectRef>
            <a:fontRef idx="minor">
              <a:schemeClr val="lt1"/>
            </a:fontRef>
          </p:style>
        </p:cxnSp>
      </p:grpSp>
      <p:sp>
        <p:nvSpPr>
          <p:cNvPr id="2" name="Title 1"/>
          <p:cNvSpPr>
            <a:spLocks noGrp="1"/>
          </p:cNvSpPr>
          <p:nvPr>
            <p:ph type="title"/>
          </p:nvPr>
        </p:nvSpPr>
        <p:spPr>
          <a:xfrm>
            <a:off x="1625177" y="2209801"/>
            <a:ext cx="8938472" cy="2764335"/>
          </a:xfrm>
        </p:spPr>
        <p:txBody>
          <a:bodyPr anchor="b">
            <a:normAutofit/>
          </a:bodyPr>
          <a:lstStyle>
            <a:lvl1pPr algn="l">
              <a:defRPr sz="5400" b="0" cap="none" baseline="0"/>
            </a:lvl1pPr>
          </a:lstStyle>
          <a:p>
            <a:r>
              <a:rPr lang="en-US"/>
              <a:t>Click to edit Master title style</a:t>
            </a:r>
            <a:endParaRPr/>
          </a:p>
        </p:txBody>
      </p:sp>
      <p:sp>
        <p:nvSpPr>
          <p:cNvPr id="3" name="Text Placeholder 2"/>
          <p:cNvSpPr>
            <a:spLocks noGrp="1"/>
          </p:cNvSpPr>
          <p:nvPr>
            <p:ph type="body" idx="1"/>
          </p:nvPr>
        </p:nvSpPr>
        <p:spPr>
          <a:xfrm>
            <a:off x="1625176" y="4951266"/>
            <a:ext cx="7069519" cy="1220933"/>
          </a:xfrm>
        </p:spPr>
        <p:txBody>
          <a:bodyPr anchor="t">
            <a:normAutofit/>
          </a:bodyPr>
          <a:lstStyle>
            <a:lvl1pPr marL="0" indent="0">
              <a:spcBef>
                <a:spcPts val="0"/>
              </a:spcBef>
              <a:buNone/>
              <a:defRPr sz="2800" cap="all" spc="200" baseline="0">
                <a:solidFill>
                  <a:schemeClr val="accent1"/>
                </a:solidFill>
              </a:defRPr>
            </a:lvl1pPr>
            <a:lvl2pPr marL="609493" indent="0">
              <a:buNone/>
              <a:defRPr sz="2400">
                <a:solidFill>
                  <a:schemeClr val="tx1">
                    <a:tint val="75000"/>
                  </a:schemeClr>
                </a:solidFill>
              </a:defRPr>
            </a:lvl2pPr>
            <a:lvl3pPr marL="1218987" indent="0">
              <a:buNone/>
              <a:defRPr sz="2100">
                <a:solidFill>
                  <a:schemeClr val="tx1">
                    <a:tint val="75000"/>
                  </a:schemeClr>
                </a:solidFill>
              </a:defRPr>
            </a:lvl3pPr>
            <a:lvl4pPr marL="1828480" indent="0">
              <a:buNone/>
              <a:defRPr sz="1900">
                <a:solidFill>
                  <a:schemeClr val="tx1">
                    <a:tint val="75000"/>
                  </a:schemeClr>
                </a:solidFill>
              </a:defRPr>
            </a:lvl4pPr>
            <a:lvl5pPr marL="2437973" indent="0">
              <a:buNone/>
              <a:defRPr sz="1900">
                <a:solidFill>
                  <a:schemeClr val="tx1">
                    <a:tint val="75000"/>
                  </a:schemeClr>
                </a:solidFill>
              </a:defRPr>
            </a:lvl5pPr>
            <a:lvl6pPr marL="3047467" indent="0">
              <a:buNone/>
              <a:defRPr sz="1900">
                <a:solidFill>
                  <a:schemeClr val="tx1">
                    <a:tint val="75000"/>
                  </a:schemeClr>
                </a:solidFill>
              </a:defRPr>
            </a:lvl6pPr>
            <a:lvl7pPr marL="3656960" indent="0">
              <a:buNone/>
              <a:defRPr sz="1900">
                <a:solidFill>
                  <a:schemeClr val="tx1">
                    <a:tint val="75000"/>
                  </a:schemeClr>
                </a:solidFill>
              </a:defRPr>
            </a:lvl7pPr>
            <a:lvl8pPr marL="4266453" indent="0">
              <a:buNone/>
              <a:defRPr sz="1900">
                <a:solidFill>
                  <a:schemeClr val="tx1">
                    <a:tint val="75000"/>
                  </a:schemeClr>
                </a:solidFill>
              </a:defRPr>
            </a:lvl8pPr>
            <a:lvl9pPr marL="4875947" indent="0">
              <a:buNone/>
              <a:defRPr sz="19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F0DFD029-FB74-4578-B929-F66AA97659CA}" type="datetimeFigureOut">
              <a:rPr lang="en-US"/>
              <a:t>1/29/2025</a:t>
            </a:fld>
            <a:endParaRPr/>
          </a:p>
        </p:txBody>
      </p:sp>
      <p:sp>
        <p:nvSpPr>
          <p:cNvPr id="5" name="Footer Placeholder 4"/>
          <p:cNvSpPr>
            <a:spLocks noGrp="1"/>
          </p:cNvSpPr>
          <p:nvPr>
            <p:ph type="ftr" sz="quarter" idx="11"/>
          </p:nvPr>
        </p:nvSpPr>
        <p:spPr/>
        <p:txBody>
          <a:bodyPr/>
          <a:lstStyle/>
          <a:p>
            <a:endParaRPr/>
          </a:p>
        </p:txBody>
      </p:sp>
      <p:sp>
        <p:nvSpPr>
          <p:cNvPr id="6" name="Slide Number Placeholder 5"/>
          <p:cNvSpPr>
            <a:spLocks noGrp="1"/>
          </p:cNvSpPr>
          <p:nvPr>
            <p:ph type="sldNum" sz="quarter" idx="12"/>
          </p:nvPr>
        </p:nvSpPr>
        <p:spPr/>
        <p:txBody>
          <a:bodyPr/>
          <a:lstStyle/>
          <a:p>
            <a:fld id="{C014DD1E-5D91-48A3-AD6D-45FBA980D106}" type="slidenum">
              <a:rPr/>
              <a:t>‹#›</a:t>
            </a:fld>
            <a:endParaRPr/>
          </a:p>
        </p:txBody>
      </p:sp>
    </p:spTree>
    <p:extLst>
      <p:ext uri="{BB962C8B-B14F-4D97-AF65-F5344CB8AC3E}">
        <p14:creationId xmlns:p14="http://schemas.microsoft.com/office/powerpoint/2010/main" val="361633061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a:p>
        </p:txBody>
      </p:sp>
      <p:sp>
        <p:nvSpPr>
          <p:cNvPr id="3" name="Content Placeholder 2"/>
          <p:cNvSpPr>
            <a:spLocks noGrp="1"/>
          </p:cNvSpPr>
          <p:nvPr>
            <p:ph sz="half" idx="1"/>
          </p:nvPr>
        </p:nvSpPr>
        <p:spPr>
          <a:xfrm>
            <a:off x="1218883" y="1706880"/>
            <a:ext cx="5078677" cy="4465320"/>
          </a:xfrm>
        </p:spPr>
        <p:txBody>
          <a:bodyPr>
            <a:normAutofit/>
          </a:bodyPr>
          <a:lstStyle>
            <a:lvl1pPr>
              <a:defRPr sz="2800"/>
            </a:lvl1pPr>
            <a:lvl2pPr>
              <a:defRPr sz="2400"/>
            </a:lvl2pPr>
            <a:lvl3pPr>
              <a:defRPr sz="2000"/>
            </a:lvl3pPr>
            <a:lvl4pPr>
              <a:defRPr sz="2000"/>
            </a:lvl4pPr>
            <a:lvl5pPr>
              <a:defRPr sz="2000"/>
            </a:lvl5pPr>
            <a:lvl6pPr>
              <a:defRPr sz="2000"/>
            </a:lvl6pPr>
            <a:lvl7pPr>
              <a:defRPr sz="2000"/>
            </a:lvl7pPr>
            <a:lvl8pPr>
              <a:defRPr sz="2000" baseline="0"/>
            </a:lvl8pPr>
            <a:lvl9pPr>
              <a:defRPr sz="2000" baseline="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4" name="Content Placeholder 3"/>
          <p:cNvSpPr>
            <a:spLocks noGrp="1"/>
          </p:cNvSpPr>
          <p:nvPr>
            <p:ph sz="half" idx="2"/>
          </p:nvPr>
        </p:nvSpPr>
        <p:spPr>
          <a:xfrm>
            <a:off x="6500707" y="1706880"/>
            <a:ext cx="5078677" cy="4465320"/>
          </a:xfrm>
        </p:spPr>
        <p:txBody>
          <a:bodyPr>
            <a:normAutofit/>
          </a:bodyPr>
          <a:lstStyle>
            <a:lvl1pPr>
              <a:defRPr sz="2800"/>
            </a:lvl1pPr>
            <a:lvl2pPr>
              <a:defRPr sz="2400"/>
            </a:lvl2pPr>
            <a:lvl3pPr>
              <a:defRPr sz="20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5" name="Date Placeholder 4"/>
          <p:cNvSpPr>
            <a:spLocks noGrp="1"/>
          </p:cNvSpPr>
          <p:nvPr>
            <p:ph type="dt" sz="half" idx="10"/>
          </p:nvPr>
        </p:nvSpPr>
        <p:spPr/>
        <p:txBody>
          <a:bodyPr/>
          <a:lstStyle/>
          <a:p>
            <a:fld id="{F0DFD029-FB74-4578-B929-F66AA97659CA}" type="datetimeFigureOut">
              <a:rPr lang="en-US"/>
              <a:t>1/29/2025</a:t>
            </a:fld>
            <a:endParaRPr/>
          </a:p>
        </p:txBody>
      </p:sp>
      <p:sp>
        <p:nvSpPr>
          <p:cNvPr id="6" name="Footer Placeholder 5"/>
          <p:cNvSpPr>
            <a:spLocks noGrp="1"/>
          </p:cNvSpPr>
          <p:nvPr>
            <p:ph type="ftr" sz="quarter" idx="11"/>
          </p:nvPr>
        </p:nvSpPr>
        <p:spPr/>
        <p:txBody>
          <a:bodyPr/>
          <a:lstStyle/>
          <a:p>
            <a:endParaRPr/>
          </a:p>
        </p:txBody>
      </p:sp>
      <p:sp>
        <p:nvSpPr>
          <p:cNvPr id="7" name="Slide Number Placeholder 6"/>
          <p:cNvSpPr>
            <a:spLocks noGrp="1"/>
          </p:cNvSpPr>
          <p:nvPr>
            <p:ph type="sldNum" sz="quarter" idx="12"/>
          </p:nvPr>
        </p:nvSpPr>
        <p:spPr/>
        <p:txBody>
          <a:bodyPr/>
          <a:lstStyle/>
          <a:p>
            <a:fld id="{C014DD1E-5D91-48A3-AD6D-45FBA980D106}" type="slidenum">
              <a:rPr/>
              <a:t>‹#›</a:t>
            </a:fld>
            <a:endParaRPr/>
          </a:p>
        </p:txBody>
      </p:sp>
    </p:spTree>
    <p:extLst>
      <p:ext uri="{BB962C8B-B14F-4D97-AF65-F5344CB8AC3E}">
        <p14:creationId xmlns:p14="http://schemas.microsoft.com/office/powerpoint/2010/main" val="355764774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a:p>
        </p:txBody>
      </p:sp>
      <p:sp>
        <p:nvSpPr>
          <p:cNvPr id="3" name="Text Placeholder 2"/>
          <p:cNvSpPr>
            <a:spLocks noGrp="1"/>
          </p:cNvSpPr>
          <p:nvPr>
            <p:ph type="body" idx="1"/>
          </p:nvPr>
        </p:nvSpPr>
        <p:spPr>
          <a:xfrm>
            <a:off x="1218883" y="1701800"/>
            <a:ext cx="5082740" cy="914400"/>
          </a:xfrm>
        </p:spPr>
        <p:txBody>
          <a:bodyPr anchor="b">
            <a:normAutofit/>
          </a:bodyPr>
          <a:lstStyle>
            <a:lvl1pPr marL="0" indent="0">
              <a:spcBef>
                <a:spcPts val="0"/>
              </a:spcBef>
              <a:buNone/>
              <a:defRPr sz="2800" b="0" cap="all" spc="200" baseline="0">
                <a:solidFill>
                  <a:schemeClr val="accent1"/>
                </a:solidFill>
              </a:defRPr>
            </a:lvl1pPr>
            <a:lvl2pPr marL="609493" indent="0">
              <a:buNone/>
              <a:defRPr sz="2700" b="1"/>
            </a:lvl2pPr>
            <a:lvl3pPr marL="1218987" indent="0">
              <a:buNone/>
              <a:defRPr sz="2400" b="1"/>
            </a:lvl3pPr>
            <a:lvl4pPr marL="1828480" indent="0">
              <a:buNone/>
              <a:defRPr sz="2100" b="1"/>
            </a:lvl4pPr>
            <a:lvl5pPr marL="2437973" indent="0">
              <a:buNone/>
              <a:defRPr sz="2100" b="1"/>
            </a:lvl5pPr>
            <a:lvl6pPr marL="3047467" indent="0">
              <a:buNone/>
              <a:defRPr sz="2100" b="1"/>
            </a:lvl6pPr>
            <a:lvl7pPr marL="3656960" indent="0">
              <a:buNone/>
              <a:defRPr sz="2100" b="1"/>
            </a:lvl7pPr>
            <a:lvl8pPr marL="4266453" indent="0">
              <a:buNone/>
              <a:defRPr sz="2100" b="1"/>
            </a:lvl8pPr>
            <a:lvl9pPr marL="4875947" indent="0">
              <a:buNone/>
              <a:defRPr sz="2100" b="1"/>
            </a:lvl9pPr>
          </a:lstStyle>
          <a:p>
            <a:pPr lvl="0"/>
            <a:r>
              <a:rPr lang="en-US"/>
              <a:t>Click to edit Master text styles</a:t>
            </a:r>
          </a:p>
        </p:txBody>
      </p:sp>
      <p:sp>
        <p:nvSpPr>
          <p:cNvPr id="4" name="Content Placeholder 3"/>
          <p:cNvSpPr>
            <a:spLocks noGrp="1"/>
          </p:cNvSpPr>
          <p:nvPr>
            <p:ph sz="half" idx="2"/>
          </p:nvPr>
        </p:nvSpPr>
        <p:spPr>
          <a:xfrm>
            <a:off x="1218883" y="2717800"/>
            <a:ext cx="5078677" cy="3454400"/>
          </a:xfrm>
        </p:spPr>
        <p:txBody>
          <a:bodyPr>
            <a:noAutofit/>
          </a:bodyPr>
          <a:lstStyle>
            <a:lvl1pPr>
              <a:defRPr sz="2800"/>
            </a:lvl1pPr>
            <a:lvl2pPr>
              <a:defRPr sz="2400"/>
            </a:lvl2pPr>
            <a:lvl3pPr>
              <a:defRPr sz="2000"/>
            </a:lvl3pPr>
            <a:lvl4pPr>
              <a:defRPr sz="2000"/>
            </a:lvl4pPr>
            <a:lvl5pPr>
              <a:defRPr sz="2000"/>
            </a:lvl5pPr>
            <a:lvl6pPr>
              <a:defRPr sz="2000"/>
            </a:lvl6pPr>
            <a:lvl7pPr>
              <a:defRPr sz="2000" baseline="0"/>
            </a:lvl7pPr>
            <a:lvl8pPr>
              <a:defRPr sz="2000" baseline="0"/>
            </a:lvl8pPr>
            <a:lvl9pPr>
              <a:defRPr sz="2000" baseline="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5" name="Text Placeholder 4"/>
          <p:cNvSpPr>
            <a:spLocks noGrp="1"/>
          </p:cNvSpPr>
          <p:nvPr>
            <p:ph type="body" sz="quarter" idx="3"/>
          </p:nvPr>
        </p:nvSpPr>
        <p:spPr>
          <a:xfrm>
            <a:off x="6496644" y="1701800"/>
            <a:ext cx="5082740" cy="914400"/>
          </a:xfrm>
        </p:spPr>
        <p:txBody>
          <a:bodyPr anchor="b">
            <a:normAutofit/>
          </a:bodyPr>
          <a:lstStyle>
            <a:lvl1pPr marL="0" indent="0">
              <a:spcBef>
                <a:spcPts val="0"/>
              </a:spcBef>
              <a:buNone/>
              <a:defRPr sz="2800" b="0" cap="all" spc="200" baseline="0">
                <a:solidFill>
                  <a:schemeClr val="accent1"/>
                </a:solidFill>
              </a:defRPr>
            </a:lvl1pPr>
            <a:lvl2pPr marL="609493" indent="0">
              <a:buNone/>
              <a:defRPr sz="2700" b="1"/>
            </a:lvl2pPr>
            <a:lvl3pPr marL="1218987" indent="0">
              <a:buNone/>
              <a:defRPr sz="2400" b="1"/>
            </a:lvl3pPr>
            <a:lvl4pPr marL="1828480" indent="0">
              <a:buNone/>
              <a:defRPr sz="2100" b="1"/>
            </a:lvl4pPr>
            <a:lvl5pPr marL="2437973" indent="0">
              <a:buNone/>
              <a:defRPr sz="2100" b="1"/>
            </a:lvl5pPr>
            <a:lvl6pPr marL="3047467" indent="0">
              <a:buNone/>
              <a:defRPr sz="2100" b="1"/>
            </a:lvl6pPr>
            <a:lvl7pPr marL="3656960" indent="0">
              <a:buNone/>
              <a:defRPr sz="2100" b="1"/>
            </a:lvl7pPr>
            <a:lvl8pPr marL="4266453" indent="0">
              <a:buNone/>
              <a:defRPr sz="2100" b="1"/>
            </a:lvl8pPr>
            <a:lvl9pPr marL="4875947" indent="0">
              <a:buNone/>
              <a:defRPr sz="2100" b="1"/>
            </a:lvl9pPr>
          </a:lstStyle>
          <a:p>
            <a:pPr lvl="0"/>
            <a:r>
              <a:rPr lang="en-US"/>
              <a:t>Click to edit Master text styles</a:t>
            </a:r>
          </a:p>
        </p:txBody>
      </p:sp>
      <p:sp>
        <p:nvSpPr>
          <p:cNvPr id="6" name="Content Placeholder 5"/>
          <p:cNvSpPr>
            <a:spLocks noGrp="1"/>
          </p:cNvSpPr>
          <p:nvPr>
            <p:ph sz="quarter" idx="4"/>
          </p:nvPr>
        </p:nvSpPr>
        <p:spPr>
          <a:xfrm>
            <a:off x="6500707" y="2717800"/>
            <a:ext cx="5078677" cy="3454400"/>
          </a:xfrm>
        </p:spPr>
        <p:txBody>
          <a:bodyPr>
            <a:noAutofit/>
          </a:bodyPr>
          <a:lstStyle>
            <a:lvl1pPr>
              <a:defRPr sz="2800"/>
            </a:lvl1pPr>
            <a:lvl2pPr>
              <a:defRPr sz="2400"/>
            </a:lvl2pPr>
            <a:lvl3pPr>
              <a:defRPr sz="2000"/>
            </a:lvl3pPr>
            <a:lvl4pPr>
              <a:defRPr sz="2000"/>
            </a:lvl4pPr>
            <a:lvl5pPr>
              <a:defRPr sz="2000"/>
            </a:lvl5pPr>
            <a:lvl6pPr>
              <a:defRPr sz="2000" baseline="0"/>
            </a:lvl6pPr>
            <a:lvl7pPr>
              <a:defRPr sz="2000" baseline="0"/>
            </a:lvl7pPr>
            <a:lvl8pPr>
              <a:defRPr sz="2000" baseline="0"/>
            </a:lvl8pPr>
            <a:lvl9pPr>
              <a:defRPr sz="2000" baseline="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7" name="Date Placeholder 6"/>
          <p:cNvSpPr>
            <a:spLocks noGrp="1"/>
          </p:cNvSpPr>
          <p:nvPr>
            <p:ph type="dt" sz="half" idx="10"/>
          </p:nvPr>
        </p:nvSpPr>
        <p:spPr/>
        <p:txBody>
          <a:bodyPr/>
          <a:lstStyle/>
          <a:p>
            <a:fld id="{F0DFD029-FB74-4578-B929-F66AA97659CA}" type="datetimeFigureOut">
              <a:rPr lang="en-US"/>
              <a:t>1/29/2025</a:t>
            </a:fld>
            <a:endParaRPr/>
          </a:p>
        </p:txBody>
      </p:sp>
      <p:sp>
        <p:nvSpPr>
          <p:cNvPr id="8" name="Footer Placeholder 7"/>
          <p:cNvSpPr>
            <a:spLocks noGrp="1"/>
          </p:cNvSpPr>
          <p:nvPr>
            <p:ph type="ftr" sz="quarter" idx="11"/>
          </p:nvPr>
        </p:nvSpPr>
        <p:spPr/>
        <p:txBody>
          <a:bodyPr/>
          <a:lstStyle/>
          <a:p>
            <a:endParaRPr/>
          </a:p>
        </p:txBody>
      </p:sp>
      <p:sp>
        <p:nvSpPr>
          <p:cNvPr id="9" name="Slide Number Placeholder 8"/>
          <p:cNvSpPr>
            <a:spLocks noGrp="1"/>
          </p:cNvSpPr>
          <p:nvPr>
            <p:ph type="sldNum" sz="quarter" idx="12"/>
          </p:nvPr>
        </p:nvSpPr>
        <p:spPr/>
        <p:txBody>
          <a:bodyPr/>
          <a:lstStyle/>
          <a:p>
            <a:fld id="{C014DD1E-5D91-48A3-AD6D-45FBA980D106}" type="slidenum">
              <a:rPr/>
              <a:t>‹#›</a:t>
            </a:fld>
            <a:endParaRPr/>
          </a:p>
        </p:txBody>
      </p:sp>
    </p:spTree>
    <p:extLst>
      <p:ext uri="{BB962C8B-B14F-4D97-AF65-F5344CB8AC3E}">
        <p14:creationId xmlns:p14="http://schemas.microsoft.com/office/powerpoint/2010/main" val="59538191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a:p>
        </p:txBody>
      </p:sp>
      <p:sp>
        <p:nvSpPr>
          <p:cNvPr id="3" name="Date Placeholder 2"/>
          <p:cNvSpPr>
            <a:spLocks noGrp="1"/>
          </p:cNvSpPr>
          <p:nvPr>
            <p:ph type="dt" sz="half" idx="10"/>
          </p:nvPr>
        </p:nvSpPr>
        <p:spPr/>
        <p:txBody>
          <a:bodyPr/>
          <a:lstStyle/>
          <a:p>
            <a:fld id="{F0DFD029-FB74-4578-B929-F66AA97659CA}" type="datetimeFigureOut">
              <a:rPr lang="en-US"/>
              <a:t>1/29/2025</a:t>
            </a:fld>
            <a:endParaRPr/>
          </a:p>
        </p:txBody>
      </p:sp>
      <p:sp>
        <p:nvSpPr>
          <p:cNvPr id="4" name="Footer Placeholder 3"/>
          <p:cNvSpPr>
            <a:spLocks noGrp="1"/>
          </p:cNvSpPr>
          <p:nvPr>
            <p:ph type="ftr" sz="quarter" idx="11"/>
          </p:nvPr>
        </p:nvSpPr>
        <p:spPr/>
        <p:txBody>
          <a:bodyPr/>
          <a:lstStyle/>
          <a:p>
            <a:endParaRPr/>
          </a:p>
        </p:txBody>
      </p:sp>
      <p:sp>
        <p:nvSpPr>
          <p:cNvPr id="5" name="Slide Number Placeholder 4"/>
          <p:cNvSpPr>
            <a:spLocks noGrp="1"/>
          </p:cNvSpPr>
          <p:nvPr>
            <p:ph type="sldNum" sz="quarter" idx="12"/>
          </p:nvPr>
        </p:nvSpPr>
        <p:spPr/>
        <p:txBody>
          <a:bodyPr/>
          <a:lstStyle/>
          <a:p>
            <a:fld id="{C014DD1E-5D91-48A3-AD6D-45FBA980D106}" type="slidenum">
              <a:rPr/>
              <a:t>‹#›</a:t>
            </a:fld>
            <a:endParaRPr/>
          </a:p>
        </p:txBody>
      </p:sp>
    </p:spTree>
    <p:extLst>
      <p:ext uri="{BB962C8B-B14F-4D97-AF65-F5344CB8AC3E}">
        <p14:creationId xmlns:p14="http://schemas.microsoft.com/office/powerpoint/2010/main" val="151522919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F0DFD029-FB74-4578-B929-F66AA97659CA}" type="datetimeFigureOut">
              <a:rPr lang="en-US"/>
              <a:t>1/29/2025</a:t>
            </a:fld>
            <a:endParaRPr/>
          </a:p>
        </p:txBody>
      </p:sp>
      <p:sp>
        <p:nvSpPr>
          <p:cNvPr id="3" name="Footer Placeholder 2"/>
          <p:cNvSpPr>
            <a:spLocks noGrp="1"/>
          </p:cNvSpPr>
          <p:nvPr>
            <p:ph type="ftr" sz="quarter" idx="11"/>
          </p:nvPr>
        </p:nvSpPr>
        <p:spPr/>
        <p:txBody>
          <a:bodyPr/>
          <a:lstStyle/>
          <a:p>
            <a:endParaRPr/>
          </a:p>
        </p:txBody>
      </p:sp>
      <p:sp>
        <p:nvSpPr>
          <p:cNvPr id="4" name="Slide Number Placeholder 3"/>
          <p:cNvSpPr>
            <a:spLocks noGrp="1"/>
          </p:cNvSpPr>
          <p:nvPr>
            <p:ph type="sldNum" sz="quarter" idx="12"/>
          </p:nvPr>
        </p:nvSpPr>
        <p:spPr/>
        <p:txBody>
          <a:bodyPr/>
          <a:lstStyle/>
          <a:p>
            <a:fld id="{C014DD1E-5D91-48A3-AD6D-45FBA980D106}" type="slidenum">
              <a:rPr/>
              <a:t>‹#›</a:t>
            </a:fld>
            <a:endParaRPr/>
          </a:p>
        </p:txBody>
      </p:sp>
    </p:spTree>
    <p:extLst>
      <p:ext uri="{BB962C8B-B14F-4D97-AF65-F5344CB8AC3E}">
        <p14:creationId xmlns:p14="http://schemas.microsoft.com/office/powerpoint/2010/main" val="217247850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218882" y="1701800"/>
            <a:ext cx="4062942" cy="2438400"/>
          </a:xfrm>
        </p:spPr>
        <p:txBody>
          <a:bodyPr anchor="b">
            <a:normAutofit/>
          </a:bodyPr>
          <a:lstStyle>
            <a:lvl1pPr algn="l">
              <a:defRPr sz="2800" b="0" cap="all" spc="200" baseline="0">
                <a:solidFill>
                  <a:schemeClr val="accent1"/>
                </a:solidFill>
              </a:defRPr>
            </a:lvl1pPr>
          </a:lstStyle>
          <a:p>
            <a:r>
              <a:rPr lang="en-US"/>
              <a:t>Click to edit Master title style</a:t>
            </a:r>
            <a:endParaRPr/>
          </a:p>
        </p:txBody>
      </p:sp>
      <p:sp>
        <p:nvSpPr>
          <p:cNvPr id="4" name="Text Placeholder 3"/>
          <p:cNvSpPr>
            <a:spLocks noGrp="1"/>
          </p:cNvSpPr>
          <p:nvPr>
            <p:ph type="body" sz="half" idx="2"/>
          </p:nvPr>
        </p:nvSpPr>
        <p:spPr>
          <a:xfrm>
            <a:off x="1218882" y="4241800"/>
            <a:ext cx="4062942" cy="1930400"/>
          </a:xfrm>
        </p:spPr>
        <p:txBody>
          <a:bodyPr>
            <a:normAutofit/>
          </a:bodyPr>
          <a:lstStyle>
            <a:lvl1pPr marL="0" indent="0">
              <a:buNone/>
              <a:defRPr sz="2000"/>
            </a:lvl1pPr>
            <a:lvl2pPr marL="609493" indent="0">
              <a:buNone/>
              <a:defRPr sz="1600"/>
            </a:lvl2pPr>
            <a:lvl3pPr marL="1218987" indent="0">
              <a:buNone/>
              <a:defRPr sz="1300"/>
            </a:lvl3pPr>
            <a:lvl4pPr marL="1828480" indent="0">
              <a:buNone/>
              <a:defRPr sz="1200"/>
            </a:lvl4pPr>
            <a:lvl5pPr marL="2437973" indent="0">
              <a:buNone/>
              <a:defRPr sz="1200"/>
            </a:lvl5pPr>
            <a:lvl6pPr marL="3047467" indent="0">
              <a:buNone/>
              <a:defRPr sz="1200"/>
            </a:lvl6pPr>
            <a:lvl7pPr marL="3656960" indent="0">
              <a:buNone/>
              <a:defRPr sz="1200"/>
            </a:lvl7pPr>
            <a:lvl8pPr marL="4266453" indent="0">
              <a:buNone/>
              <a:defRPr sz="1200"/>
            </a:lvl8pPr>
            <a:lvl9pPr marL="4875947" indent="0">
              <a:buNone/>
              <a:defRPr sz="1200"/>
            </a:lvl9pPr>
          </a:lstStyle>
          <a:p>
            <a:pPr lvl="0"/>
            <a:r>
              <a:rPr lang="en-US"/>
              <a:t>Click to edit Master text styles</a:t>
            </a:r>
          </a:p>
        </p:txBody>
      </p:sp>
      <p:sp>
        <p:nvSpPr>
          <p:cNvPr id="3" name="Content Placeholder 2"/>
          <p:cNvSpPr>
            <a:spLocks noGrp="1"/>
          </p:cNvSpPr>
          <p:nvPr>
            <p:ph idx="1"/>
          </p:nvPr>
        </p:nvSpPr>
        <p:spPr>
          <a:xfrm>
            <a:off x="5484971" y="584200"/>
            <a:ext cx="6094413" cy="5588000"/>
          </a:xfrm>
        </p:spPr>
        <p:txBody>
          <a:bodyPr>
            <a:normAutofit/>
          </a:bodyPr>
          <a:lstStyle>
            <a:lvl1pPr>
              <a:defRPr sz="2800"/>
            </a:lvl1pPr>
            <a:lvl2pPr>
              <a:defRPr sz="2400"/>
            </a:lvl2pPr>
            <a:lvl3pPr>
              <a:defRPr sz="2000"/>
            </a:lvl3pPr>
            <a:lvl4pPr>
              <a:defRPr sz="2000"/>
            </a:lvl4pPr>
            <a:lvl5pPr>
              <a:defRPr sz="2000"/>
            </a:lvl5pPr>
            <a:lvl6pPr>
              <a:defRPr sz="2000"/>
            </a:lvl6pPr>
            <a:lvl7pPr>
              <a:defRPr sz="2000"/>
            </a:lvl7pPr>
            <a:lvl8pPr>
              <a:defRPr sz="2000" baseline="0"/>
            </a:lvl8pPr>
            <a:lvl9pPr>
              <a:defRPr sz="2000" baseline="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5" name="Date Placeholder 4"/>
          <p:cNvSpPr>
            <a:spLocks noGrp="1"/>
          </p:cNvSpPr>
          <p:nvPr>
            <p:ph type="dt" sz="half" idx="10"/>
          </p:nvPr>
        </p:nvSpPr>
        <p:spPr/>
        <p:txBody>
          <a:bodyPr/>
          <a:lstStyle/>
          <a:p>
            <a:fld id="{F0DFD029-FB74-4578-B929-F66AA97659CA}" type="datetimeFigureOut">
              <a:rPr lang="en-US"/>
              <a:t>1/29/2025</a:t>
            </a:fld>
            <a:endParaRPr/>
          </a:p>
        </p:txBody>
      </p:sp>
      <p:sp>
        <p:nvSpPr>
          <p:cNvPr id="6" name="Footer Placeholder 5"/>
          <p:cNvSpPr>
            <a:spLocks noGrp="1"/>
          </p:cNvSpPr>
          <p:nvPr>
            <p:ph type="ftr" sz="quarter" idx="11"/>
          </p:nvPr>
        </p:nvSpPr>
        <p:spPr/>
        <p:txBody>
          <a:bodyPr/>
          <a:lstStyle/>
          <a:p>
            <a:endParaRPr/>
          </a:p>
        </p:txBody>
      </p:sp>
      <p:sp>
        <p:nvSpPr>
          <p:cNvPr id="7" name="Slide Number Placeholder 6"/>
          <p:cNvSpPr>
            <a:spLocks noGrp="1"/>
          </p:cNvSpPr>
          <p:nvPr>
            <p:ph type="sldNum" sz="quarter" idx="12"/>
          </p:nvPr>
        </p:nvSpPr>
        <p:spPr/>
        <p:txBody>
          <a:bodyPr/>
          <a:lstStyle/>
          <a:p>
            <a:fld id="{C014DD1E-5D91-48A3-AD6D-45FBA980D106}" type="slidenum">
              <a:rPr/>
              <a:t>‹#›</a:t>
            </a:fld>
            <a:endParaRPr/>
          </a:p>
        </p:txBody>
      </p:sp>
    </p:spTree>
    <p:extLst>
      <p:ext uri="{BB962C8B-B14F-4D97-AF65-F5344CB8AC3E}">
        <p14:creationId xmlns:p14="http://schemas.microsoft.com/office/powerpoint/2010/main" val="161813935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218882" y="1701800"/>
            <a:ext cx="4062942" cy="2438400"/>
          </a:xfrm>
        </p:spPr>
        <p:txBody>
          <a:bodyPr anchor="b">
            <a:normAutofit/>
          </a:bodyPr>
          <a:lstStyle>
            <a:lvl1pPr algn="l">
              <a:defRPr sz="2800" b="0" cap="all" spc="200" baseline="0">
                <a:solidFill>
                  <a:schemeClr val="accent1"/>
                </a:solidFill>
              </a:defRPr>
            </a:lvl1pPr>
          </a:lstStyle>
          <a:p>
            <a:r>
              <a:rPr lang="en-US"/>
              <a:t>Click to edit Master title style</a:t>
            </a:r>
            <a:endParaRPr/>
          </a:p>
        </p:txBody>
      </p:sp>
      <p:sp>
        <p:nvSpPr>
          <p:cNvPr id="4" name="Text Placeholder 3"/>
          <p:cNvSpPr>
            <a:spLocks noGrp="1"/>
          </p:cNvSpPr>
          <p:nvPr>
            <p:ph type="body" sz="half" idx="2"/>
          </p:nvPr>
        </p:nvSpPr>
        <p:spPr>
          <a:xfrm>
            <a:off x="1218882" y="4241800"/>
            <a:ext cx="4062942" cy="1930400"/>
          </a:xfrm>
        </p:spPr>
        <p:txBody>
          <a:bodyPr>
            <a:normAutofit/>
          </a:bodyPr>
          <a:lstStyle>
            <a:lvl1pPr marL="0" indent="0">
              <a:buNone/>
              <a:defRPr sz="2000"/>
            </a:lvl1pPr>
            <a:lvl2pPr marL="609493" indent="0">
              <a:buNone/>
              <a:defRPr sz="1600"/>
            </a:lvl2pPr>
            <a:lvl3pPr marL="1218987" indent="0">
              <a:buNone/>
              <a:defRPr sz="1300"/>
            </a:lvl3pPr>
            <a:lvl4pPr marL="1828480" indent="0">
              <a:buNone/>
              <a:defRPr sz="1200"/>
            </a:lvl4pPr>
            <a:lvl5pPr marL="2437973" indent="0">
              <a:buNone/>
              <a:defRPr sz="1200"/>
            </a:lvl5pPr>
            <a:lvl6pPr marL="3047467" indent="0">
              <a:buNone/>
              <a:defRPr sz="1200"/>
            </a:lvl6pPr>
            <a:lvl7pPr marL="3656960" indent="0">
              <a:buNone/>
              <a:defRPr sz="1200"/>
            </a:lvl7pPr>
            <a:lvl8pPr marL="4266453" indent="0">
              <a:buNone/>
              <a:defRPr sz="1200"/>
            </a:lvl8pPr>
            <a:lvl9pPr marL="4875947" indent="0">
              <a:buNone/>
              <a:defRPr sz="1200"/>
            </a:lvl9pPr>
          </a:lstStyle>
          <a:p>
            <a:pPr lvl="0"/>
            <a:r>
              <a:rPr lang="en-US"/>
              <a:t>Click to edit Master text styles</a:t>
            </a:r>
          </a:p>
        </p:txBody>
      </p:sp>
      <p:sp>
        <p:nvSpPr>
          <p:cNvPr id="3" name="Picture Placeholder 2" descr="An empty placeholder to add an image. Click on the placeholder and select the image that you wish to add."/>
          <p:cNvSpPr>
            <a:spLocks noGrp="1"/>
          </p:cNvSpPr>
          <p:nvPr>
            <p:ph type="pic" idx="1"/>
          </p:nvPr>
        </p:nvSpPr>
        <p:spPr>
          <a:xfrm>
            <a:off x="5484971" y="584200"/>
            <a:ext cx="6094413" cy="5588000"/>
          </a:xfrm>
          <a:ln w="12700">
            <a:solidFill>
              <a:schemeClr val="bg1">
                <a:lumMod val="75000"/>
                <a:lumOff val="25000"/>
              </a:schemeClr>
            </a:solidFill>
            <a:miter lim="800000"/>
          </a:ln>
        </p:spPr>
        <p:txBody>
          <a:bodyPr>
            <a:normAutofit/>
          </a:bodyPr>
          <a:lstStyle>
            <a:lvl1pPr marL="0" indent="0">
              <a:buNone/>
              <a:defRPr sz="2800"/>
            </a:lvl1pPr>
            <a:lvl2pPr marL="609493" indent="0">
              <a:buNone/>
              <a:defRPr sz="3700"/>
            </a:lvl2pPr>
            <a:lvl3pPr marL="1218987" indent="0">
              <a:buNone/>
              <a:defRPr sz="3200"/>
            </a:lvl3pPr>
            <a:lvl4pPr marL="1828480" indent="0">
              <a:buNone/>
              <a:defRPr sz="2700"/>
            </a:lvl4pPr>
            <a:lvl5pPr marL="2437973" indent="0">
              <a:buNone/>
              <a:defRPr sz="2700"/>
            </a:lvl5pPr>
            <a:lvl6pPr marL="3047467" indent="0">
              <a:buNone/>
              <a:defRPr sz="2700"/>
            </a:lvl6pPr>
            <a:lvl7pPr marL="3656960" indent="0">
              <a:buNone/>
              <a:defRPr sz="2700"/>
            </a:lvl7pPr>
            <a:lvl8pPr marL="4266453" indent="0">
              <a:buNone/>
              <a:defRPr sz="2700"/>
            </a:lvl8pPr>
            <a:lvl9pPr marL="4875947" indent="0">
              <a:buNone/>
              <a:defRPr sz="2700"/>
            </a:lvl9pPr>
          </a:lstStyle>
          <a:p>
            <a:r>
              <a:rPr lang="en-US"/>
              <a:t>Click icon to add picture</a:t>
            </a:r>
            <a:endParaRPr/>
          </a:p>
        </p:txBody>
      </p:sp>
      <p:sp>
        <p:nvSpPr>
          <p:cNvPr id="5" name="Date Placeholder 4"/>
          <p:cNvSpPr>
            <a:spLocks noGrp="1"/>
          </p:cNvSpPr>
          <p:nvPr>
            <p:ph type="dt" sz="half" idx="10"/>
          </p:nvPr>
        </p:nvSpPr>
        <p:spPr/>
        <p:txBody>
          <a:bodyPr/>
          <a:lstStyle/>
          <a:p>
            <a:fld id="{F0DFD029-FB74-4578-B929-F66AA97659CA}" type="datetimeFigureOut">
              <a:rPr lang="en-US"/>
              <a:t>1/29/2025</a:t>
            </a:fld>
            <a:endParaRPr/>
          </a:p>
        </p:txBody>
      </p:sp>
      <p:sp>
        <p:nvSpPr>
          <p:cNvPr id="6" name="Footer Placeholder 5"/>
          <p:cNvSpPr>
            <a:spLocks noGrp="1"/>
          </p:cNvSpPr>
          <p:nvPr>
            <p:ph type="ftr" sz="quarter" idx="11"/>
          </p:nvPr>
        </p:nvSpPr>
        <p:spPr/>
        <p:txBody>
          <a:bodyPr/>
          <a:lstStyle/>
          <a:p>
            <a:endParaRPr/>
          </a:p>
        </p:txBody>
      </p:sp>
      <p:sp>
        <p:nvSpPr>
          <p:cNvPr id="7" name="Slide Number Placeholder 6"/>
          <p:cNvSpPr>
            <a:spLocks noGrp="1"/>
          </p:cNvSpPr>
          <p:nvPr>
            <p:ph type="sldNum" sz="quarter" idx="12"/>
          </p:nvPr>
        </p:nvSpPr>
        <p:spPr/>
        <p:txBody>
          <a:bodyPr/>
          <a:lstStyle/>
          <a:p>
            <a:fld id="{C014DD1E-5D91-48A3-AD6D-45FBA980D106}" type="slidenum">
              <a:rPr/>
              <a:t>‹#›</a:t>
            </a:fld>
            <a:endParaRPr/>
          </a:p>
        </p:txBody>
      </p:sp>
    </p:spTree>
    <p:extLst>
      <p:ext uri="{BB962C8B-B14F-4D97-AF65-F5344CB8AC3E}">
        <p14:creationId xmlns:p14="http://schemas.microsoft.com/office/powerpoint/2010/main" val="422343164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a:p>
        </p:txBody>
      </p:sp>
      <p:sp>
        <p:nvSpPr>
          <p:cNvPr id="3" name="Vertical Text Placeholder 2"/>
          <p:cNvSpPr>
            <a:spLocks noGrp="1"/>
          </p:cNvSpPr>
          <p:nvPr>
            <p:ph type="body" orient="vert" idx="1"/>
          </p:nvPr>
        </p:nvSpPr>
        <p:spPr/>
        <p:txBody>
          <a:bodyPr vert="eaVert"/>
          <a:lstStyle>
            <a:lvl5pPr>
              <a:defRPr/>
            </a:lvl5pPr>
            <a:lvl6pPr>
              <a:defRPr/>
            </a:lvl6pPr>
            <a:lvl7pPr>
              <a:defRPr/>
            </a:lvl7pPr>
            <a:lvl8pPr>
              <a:defRPr baseline="0"/>
            </a:lvl8pPr>
            <a:lvl9pPr>
              <a:defRPr baseline="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4" name="Date Placeholder 3"/>
          <p:cNvSpPr>
            <a:spLocks noGrp="1"/>
          </p:cNvSpPr>
          <p:nvPr>
            <p:ph type="dt" sz="half" idx="10"/>
          </p:nvPr>
        </p:nvSpPr>
        <p:spPr/>
        <p:txBody>
          <a:bodyPr/>
          <a:lstStyle/>
          <a:p>
            <a:fld id="{F0DFD029-FB74-4578-B929-F66AA97659CA}" type="datetimeFigureOut">
              <a:rPr lang="en-US"/>
              <a:t>1/29/2025</a:t>
            </a:fld>
            <a:endParaRPr/>
          </a:p>
        </p:txBody>
      </p:sp>
      <p:sp>
        <p:nvSpPr>
          <p:cNvPr id="5" name="Footer Placeholder 4"/>
          <p:cNvSpPr>
            <a:spLocks noGrp="1"/>
          </p:cNvSpPr>
          <p:nvPr>
            <p:ph type="ftr" sz="quarter" idx="11"/>
          </p:nvPr>
        </p:nvSpPr>
        <p:spPr/>
        <p:txBody>
          <a:bodyPr/>
          <a:lstStyle/>
          <a:p>
            <a:endParaRPr/>
          </a:p>
        </p:txBody>
      </p:sp>
      <p:sp>
        <p:nvSpPr>
          <p:cNvPr id="6" name="Slide Number Placeholder 5"/>
          <p:cNvSpPr>
            <a:spLocks noGrp="1"/>
          </p:cNvSpPr>
          <p:nvPr>
            <p:ph type="sldNum" sz="quarter" idx="12"/>
          </p:nvPr>
        </p:nvSpPr>
        <p:spPr/>
        <p:txBody>
          <a:bodyPr/>
          <a:lstStyle/>
          <a:p>
            <a:fld id="{C014DD1E-5D91-48A3-AD6D-45FBA980D106}" type="slidenum">
              <a:rPr/>
              <a:t>‹#›</a:t>
            </a:fld>
            <a:endParaRPr/>
          </a:p>
        </p:txBody>
      </p:sp>
    </p:spTree>
    <p:extLst>
      <p:ext uri="{BB962C8B-B14F-4D97-AF65-F5344CB8AC3E}">
        <p14:creationId xmlns:p14="http://schemas.microsoft.com/office/powerpoint/2010/main" val="199667516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836898" y="584200"/>
            <a:ext cx="2742486" cy="5588000"/>
          </a:xfrm>
        </p:spPr>
        <p:txBody>
          <a:bodyPr vert="eaVert"/>
          <a:lstStyle/>
          <a:p>
            <a:r>
              <a:rPr lang="en-US"/>
              <a:t>Click to edit Master title style</a:t>
            </a:r>
            <a:endParaRPr/>
          </a:p>
        </p:txBody>
      </p:sp>
      <p:sp>
        <p:nvSpPr>
          <p:cNvPr id="3" name="Vertical Text Placeholder 2"/>
          <p:cNvSpPr>
            <a:spLocks noGrp="1"/>
          </p:cNvSpPr>
          <p:nvPr>
            <p:ph type="body" orient="vert" idx="1"/>
          </p:nvPr>
        </p:nvSpPr>
        <p:spPr>
          <a:xfrm>
            <a:off x="1218882" y="584200"/>
            <a:ext cx="7414869" cy="5588000"/>
          </a:xfrm>
        </p:spPr>
        <p:txBody>
          <a:bodyPr vert="eaVert"/>
          <a:lstStyle>
            <a:lvl5pPr>
              <a:defRPr/>
            </a:lvl5pPr>
            <a:lvl6pPr>
              <a:defRPr/>
            </a:lvl6pPr>
            <a:lvl7pPr>
              <a:defRPr/>
            </a:lvl7pPr>
            <a:lvl8pPr>
              <a:defRPr/>
            </a:lvl8pPr>
            <a:lvl9pPr>
              <a:defRPr/>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4" name="Date Placeholder 3"/>
          <p:cNvSpPr>
            <a:spLocks noGrp="1"/>
          </p:cNvSpPr>
          <p:nvPr>
            <p:ph type="dt" sz="half" idx="10"/>
          </p:nvPr>
        </p:nvSpPr>
        <p:spPr/>
        <p:txBody>
          <a:bodyPr/>
          <a:lstStyle/>
          <a:p>
            <a:fld id="{F0DFD029-FB74-4578-B929-F66AA97659CA}" type="datetimeFigureOut">
              <a:rPr lang="en-US"/>
              <a:t>1/29/2025</a:t>
            </a:fld>
            <a:endParaRPr/>
          </a:p>
        </p:txBody>
      </p:sp>
      <p:sp>
        <p:nvSpPr>
          <p:cNvPr id="5" name="Footer Placeholder 4"/>
          <p:cNvSpPr>
            <a:spLocks noGrp="1"/>
          </p:cNvSpPr>
          <p:nvPr>
            <p:ph type="ftr" sz="quarter" idx="11"/>
          </p:nvPr>
        </p:nvSpPr>
        <p:spPr/>
        <p:txBody>
          <a:bodyPr/>
          <a:lstStyle/>
          <a:p>
            <a:endParaRPr/>
          </a:p>
        </p:txBody>
      </p:sp>
      <p:sp>
        <p:nvSpPr>
          <p:cNvPr id="6" name="Slide Number Placeholder 5"/>
          <p:cNvSpPr>
            <a:spLocks noGrp="1"/>
          </p:cNvSpPr>
          <p:nvPr>
            <p:ph type="sldNum" sz="quarter" idx="12"/>
          </p:nvPr>
        </p:nvSpPr>
        <p:spPr/>
        <p:txBody>
          <a:bodyPr/>
          <a:lstStyle/>
          <a:p>
            <a:fld id="{C014DD1E-5D91-48A3-AD6D-45FBA980D106}" type="slidenum">
              <a:rPr/>
              <a:t>‹#›</a:t>
            </a:fld>
            <a:endParaRPr/>
          </a:p>
        </p:txBody>
      </p:sp>
    </p:spTree>
    <p:extLst>
      <p:ext uri="{BB962C8B-B14F-4D97-AF65-F5344CB8AC3E}">
        <p14:creationId xmlns:p14="http://schemas.microsoft.com/office/powerpoint/2010/main" val="59588648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gradFill flip="none" rotWithShape="1">
          <a:gsLst>
            <a:gs pos="0">
              <a:schemeClr val="bg2">
                <a:tint val="100000"/>
                <a:shade val="0"/>
                <a:satMod val="100000"/>
              </a:schemeClr>
            </a:gs>
            <a:gs pos="85000">
              <a:schemeClr val="bg2">
                <a:tint val="100000"/>
                <a:shade val="30000"/>
                <a:satMod val="100000"/>
              </a:schemeClr>
            </a:gs>
            <a:gs pos="100000">
              <a:schemeClr val="bg2">
                <a:shade val="60000"/>
                <a:satMod val="100000"/>
              </a:schemeClr>
            </a:gs>
          </a:gsLst>
          <a:lin ang="3600000" scaled="0"/>
          <a:tileRect/>
        </a:gradFill>
        <a:effectLst/>
      </p:bgPr>
    </p:bg>
    <p:spTree>
      <p:nvGrpSpPr>
        <p:cNvPr id="1" name=""/>
        <p:cNvGrpSpPr/>
        <p:nvPr/>
      </p:nvGrpSpPr>
      <p:grpSpPr>
        <a:xfrm>
          <a:off x="0" y="0"/>
          <a:ext cx="0" cy="0"/>
          <a:chOff x="0" y="0"/>
          <a:chExt cx="0" cy="0"/>
        </a:xfrm>
      </p:grpSpPr>
      <p:grpSp>
        <p:nvGrpSpPr>
          <p:cNvPr id="15" name="left lines"/>
          <p:cNvGrpSpPr/>
          <p:nvPr/>
        </p:nvGrpSpPr>
        <p:grpSpPr>
          <a:xfrm>
            <a:off x="-15870" y="-3174"/>
            <a:ext cx="819993" cy="5229225"/>
            <a:chOff x="-11906" y="-2381"/>
            <a:chExt cx="615155" cy="3921919"/>
          </a:xfrm>
        </p:grpSpPr>
        <p:sp>
          <p:nvSpPr>
            <p:cNvPr id="10" name="Freeform 9"/>
            <p:cNvSpPr/>
            <p:nvPr/>
          </p:nvSpPr>
          <p:spPr>
            <a:xfrm>
              <a:off x="-9526" y="0"/>
              <a:ext cx="612775" cy="3919538"/>
            </a:xfrm>
            <a:custGeom>
              <a:avLst/>
              <a:gdLst>
                <a:gd name="connsiteX0" fmla="*/ 0 w 603250"/>
                <a:gd name="connsiteY0" fmla="*/ 3905250 h 3905250"/>
                <a:gd name="connsiteX1" fmla="*/ 603250 w 603250"/>
                <a:gd name="connsiteY1" fmla="*/ 2984500 h 3905250"/>
                <a:gd name="connsiteX2" fmla="*/ 603250 w 603250"/>
                <a:gd name="connsiteY2" fmla="*/ 0 h 3905250"/>
                <a:gd name="connsiteX0" fmla="*/ 0 w 612775"/>
                <a:gd name="connsiteY0" fmla="*/ 3919538 h 3919538"/>
                <a:gd name="connsiteX1" fmla="*/ 612775 w 612775"/>
                <a:gd name="connsiteY1" fmla="*/ 2984500 h 3919538"/>
                <a:gd name="connsiteX2" fmla="*/ 612775 w 612775"/>
                <a:gd name="connsiteY2" fmla="*/ 0 h 3919538"/>
              </a:gdLst>
              <a:ahLst/>
              <a:cxnLst>
                <a:cxn ang="0">
                  <a:pos x="connsiteX0" y="connsiteY0"/>
                </a:cxn>
                <a:cxn ang="0">
                  <a:pos x="connsiteX1" y="connsiteY1"/>
                </a:cxn>
                <a:cxn ang="0">
                  <a:pos x="connsiteX2" y="connsiteY2"/>
                </a:cxn>
              </a:cxnLst>
              <a:rect l="l" t="t" r="r" b="b"/>
              <a:pathLst>
                <a:path w="612775" h="3919538">
                  <a:moveTo>
                    <a:pt x="0" y="3919538"/>
                  </a:moveTo>
                  <a:lnTo>
                    <a:pt x="612775" y="2984500"/>
                  </a:lnTo>
                  <a:lnTo>
                    <a:pt x="612775" y="0"/>
                  </a:lnTo>
                </a:path>
              </a:pathLst>
            </a:custGeom>
            <a:noFill/>
            <a:ln w="38100">
              <a:gradFill>
                <a:gsLst>
                  <a:gs pos="50000">
                    <a:schemeClr val="accent1">
                      <a:lumMod val="75000"/>
                    </a:schemeClr>
                  </a:gs>
                  <a:gs pos="0">
                    <a:schemeClr val="accent1"/>
                  </a:gs>
                  <a:gs pos="100000">
                    <a:schemeClr val="accent1"/>
                  </a:gs>
                </a:gsLst>
                <a:lin ang="5400000" scaled="0"/>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1" name="Freeform 10"/>
            <p:cNvSpPr/>
            <p:nvPr/>
          </p:nvSpPr>
          <p:spPr>
            <a:xfrm>
              <a:off x="-11906" y="0"/>
              <a:ext cx="410751" cy="3421856"/>
            </a:xfrm>
            <a:custGeom>
              <a:avLst/>
              <a:gdLst>
                <a:gd name="connsiteX0" fmla="*/ 0 w 603250"/>
                <a:gd name="connsiteY0" fmla="*/ 3905250 h 3905250"/>
                <a:gd name="connsiteX1" fmla="*/ 603250 w 603250"/>
                <a:gd name="connsiteY1" fmla="*/ 2984500 h 3905250"/>
                <a:gd name="connsiteX2" fmla="*/ 603250 w 603250"/>
                <a:gd name="connsiteY2" fmla="*/ 0 h 3905250"/>
                <a:gd name="connsiteX0" fmla="*/ 0 w 612775"/>
                <a:gd name="connsiteY0" fmla="*/ 3919538 h 3919538"/>
                <a:gd name="connsiteX1" fmla="*/ 612775 w 612775"/>
                <a:gd name="connsiteY1" fmla="*/ 2984500 h 3919538"/>
                <a:gd name="connsiteX2" fmla="*/ 612775 w 612775"/>
                <a:gd name="connsiteY2" fmla="*/ 0 h 3919538"/>
                <a:gd name="connsiteX0" fmla="*/ 0 w 612775"/>
                <a:gd name="connsiteY0" fmla="*/ 3919538 h 3919538"/>
                <a:gd name="connsiteX1" fmla="*/ 202024 w 612775"/>
                <a:gd name="connsiteY1" fmla="*/ 3607676 h 3919538"/>
                <a:gd name="connsiteX2" fmla="*/ 612775 w 612775"/>
                <a:gd name="connsiteY2" fmla="*/ 2984500 h 3919538"/>
                <a:gd name="connsiteX3" fmla="*/ 612775 w 612775"/>
                <a:gd name="connsiteY3" fmla="*/ 0 h 3919538"/>
                <a:gd name="connsiteX0" fmla="*/ 0 w 410751"/>
                <a:gd name="connsiteY0" fmla="*/ 3607676 h 3607676"/>
                <a:gd name="connsiteX1" fmla="*/ 410751 w 410751"/>
                <a:gd name="connsiteY1" fmla="*/ 2984500 h 3607676"/>
                <a:gd name="connsiteX2" fmla="*/ 410751 w 410751"/>
                <a:gd name="connsiteY2" fmla="*/ 0 h 3607676"/>
                <a:gd name="connsiteX0" fmla="*/ 0 w 410751"/>
                <a:gd name="connsiteY0" fmla="*/ 3607676 h 3607676"/>
                <a:gd name="connsiteX1" fmla="*/ 410751 w 410751"/>
                <a:gd name="connsiteY1" fmla="*/ 2984500 h 3607676"/>
                <a:gd name="connsiteX2" fmla="*/ 409575 w 410751"/>
                <a:gd name="connsiteY2" fmla="*/ 185820 h 3607676"/>
                <a:gd name="connsiteX3" fmla="*/ 410751 w 410751"/>
                <a:gd name="connsiteY3" fmla="*/ 0 h 3607676"/>
                <a:gd name="connsiteX0" fmla="*/ 0 w 410751"/>
                <a:gd name="connsiteY0" fmla="*/ 3421856 h 3421856"/>
                <a:gd name="connsiteX1" fmla="*/ 410751 w 410751"/>
                <a:gd name="connsiteY1" fmla="*/ 2798680 h 3421856"/>
                <a:gd name="connsiteX2" fmla="*/ 409575 w 410751"/>
                <a:gd name="connsiteY2" fmla="*/ 0 h 3421856"/>
              </a:gdLst>
              <a:ahLst/>
              <a:cxnLst>
                <a:cxn ang="0">
                  <a:pos x="connsiteX0" y="connsiteY0"/>
                </a:cxn>
                <a:cxn ang="0">
                  <a:pos x="connsiteX1" y="connsiteY1"/>
                </a:cxn>
                <a:cxn ang="0">
                  <a:pos x="connsiteX2" y="connsiteY2"/>
                </a:cxn>
              </a:cxnLst>
              <a:rect l="l" t="t" r="r" b="b"/>
              <a:pathLst>
                <a:path w="410751" h="3421856">
                  <a:moveTo>
                    <a:pt x="0" y="3421856"/>
                  </a:moveTo>
                  <a:lnTo>
                    <a:pt x="410751" y="2798680"/>
                  </a:lnTo>
                  <a:lnTo>
                    <a:pt x="409575" y="0"/>
                  </a:lnTo>
                </a:path>
              </a:pathLst>
            </a:custGeom>
            <a:noFill/>
            <a:ln w="28575">
              <a:gradFill>
                <a:gsLst>
                  <a:gs pos="0">
                    <a:schemeClr val="accent1">
                      <a:lumMod val="75000"/>
                    </a:schemeClr>
                  </a:gs>
                  <a:gs pos="50000">
                    <a:schemeClr val="accent1">
                      <a:lumMod val="75000"/>
                    </a:schemeClr>
                  </a:gs>
                  <a:gs pos="100000">
                    <a:schemeClr val="accent1"/>
                  </a:gs>
                </a:gsLst>
                <a:lin ang="5400000" scaled="0"/>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4" name="Freeform 13"/>
            <p:cNvSpPr/>
            <p:nvPr/>
          </p:nvSpPr>
          <p:spPr>
            <a:xfrm>
              <a:off x="-7144" y="-2381"/>
              <a:ext cx="238919" cy="2976561"/>
            </a:xfrm>
            <a:custGeom>
              <a:avLst/>
              <a:gdLst>
                <a:gd name="connsiteX0" fmla="*/ 0 w 603250"/>
                <a:gd name="connsiteY0" fmla="*/ 3905250 h 3905250"/>
                <a:gd name="connsiteX1" fmla="*/ 603250 w 603250"/>
                <a:gd name="connsiteY1" fmla="*/ 2984500 h 3905250"/>
                <a:gd name="connsiteX2" fmla="*/ 603250 w 603250"/>
                <a:gd name="connsiteY2" fmla="*/ 0 h 3905250"/>
                <a:gd name="connsiteX0" fmla="*/ 0 w 612775"/>
                <a:gd name="connsiteY0" fmla="*/ 3919538 h 3919538"/>
                <a:gd name="connsiteX1" fmla="*/ 612775 w 612775"/>
                <a:gd name="connsiteY1" fmla="*/ 2984500 h 3919538"/>
                <a:gd name="connsiteX2" fmla="*/ 612775 w 612775"/>
                <a:gd name="connsiteY2" fmla="*/ 0 h 3919538"/>
                <a:gd name="connsiteX0" fmla="*/ 0 w 612775"/>
                <a:gd name="connsiteY0" fmla="*/ 3919538 h 3919538"/>
                <a:gd name="connsiteX1" fmla="*/ 373856 w 612775"/>
                <a:gd name="connsiteY1" fmla="*/ 3344891 h 3919538"/>
                <a:gd name="connsiteX2" fmla="*/ 612775 w 612775"/>
                <a:gd name="connsiteY2" fmla="*/ 2984500 h 3919538"/>
                <a:gd name="connsiteX3" fmla="*/ 612775 w 612775"/>
                <a:gd name="connsiteY3" fmla="*/ 0 h 3919538"/>
                <a:gd name="connsiteX0" fmla="*/ 0 w 238919"/>
                <a:gd name="connsiteY0" fmla="*/ 3344891 h 3344891"/>
                <a:gd name="connsiteX1" fmla="*/ 238919 w 238919"/>
                <a:gd name="connsiteY1" fmla="*/ 2984500 h 3344891"/>
                <a:gd name="connsiteX2" fmla="*/ 238919 w 238919"/>
                <a:gd name="connsiteY2" fmla="*/ 0 h 3344891"/>
                <a:gd name="connsiteX0" fmla="*/ 0 w 238919"/>
                <a:gd name="connsiteY0" fmla="*/ 3344891 h 3344891"/>
                <a:gd name="connsiteX1" fmla="*/ 238919 w 238919"/>
                <a:gd name="connsiteY1" fmla="*/ 2984500 h 3344891"/>
                <a:gd name="connsiteX2" fmla="*/ 238125 w 238919"/>
                <a:gd name="connsiteY2" fmla="*/ 368330 h 3344891"/>
                <a:gd name="connsiteX3" fmla="*/ 238919 w 238919"/>
                <a:gd name="connsiteY3" fmla="*/ 0 h 3344891"/>
                <a:gd name="connsiteX0" fmla="*/ 0 w 238919"/>
                <a:gd name="connsiteY0" fmla="*/ 2976561 h 2976561"/>
                <a:gd name="connsiteX1" fmla="*/ 238919 w 238919"/>
                <a:gd name="connsiteY1" fmla="*/ 2616170 h 2976561"/>
                <a:gd name="connsiteX2" fmla="*/ 238125 w 238919"/>
                <a:gd name="connsiteY2" fmla="*/ 0 h 2976561"/>
              </a:gdLst>
              <a:ahLst/>
              <a:cxnLst>
                <a:cxn ang="0">
                  <a:pos x="connsiteX0" y="connsiteY0"/>
                </a:cxn>
                <a:cxn ang="0">
                  <a:pos x="connsiteX1" y="connsiteY1"/>
                </a:cxn>
                <a:cxn ang="0">
                  <a:pos x="connsiteX2" y="connsiteY2"/>
                </a:cxn>
              </a:cxnLst>
              <a:rect l="l" t="t" r="r" b="b"/>
              <a:pathLst>
                <a:path w="238919" h="2976561">
                  <a:moveTo>
                    <a:pt x="0" y="2976561"/>
                  </a:moveTo>
                  <a:lnTo>
                    <a:pt x="238919" y="2616170"/>
                  </a:lnTo>
                  <a:cubicBezTo>
                    <a:pt x="238654" y="1744113"/>
                    <a:pt x="238390" y="872057"/>
                    <a:pt x="238125" y="0"/>
                  </a:cubicBezTo>
                </a:path>
              </a:pathLst>
            </a:custGeom>
            <a:noFill/>
            <a:ln w="25400">
              <a:gradFill>
                <a:gsLst>
                  <a:gs pos="0">
                    <a:schemeClr val="accent1">
                      <a:lumMod val="50000"/>
                    </a:schemeClr>
                  </a:gs>
                  <a:gs pos="100000">
                    <a:schemeClr val="accent1">
                      <a:lumMod val="75000"/>
                    </a:schemeClr>
                  </a:gs>
                </a:gsLst>
                <a:lin ang="5400000" scaled="0"/>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sp>
        <p:nvSpPr>
          <p:cNvPr id="2" name="Title Placeholder 1"/>
          <p:cNvSpPr>
            <a:spLocks noGrp="1"/>
          </p:cNvSpPr>
          <p:nvPr>
            <p:ph type="title"/>
          </p:nvPr>
        </p:nvSpPr>
        <p:spPr>
          <a:xfrm>
            <a:off x="1218883" y="274637"/>
            <a:ext cx="10360501" cy="1223963"/>
          </a:xfrm>
          <a:prstGeom prst="rect">
            <a:avLst/>
          </a:prstGeom>
        </p:spPr>
        <p:txBody>
          <a:bodyPr vert="horz" lIns="121899" tIns="60949" rIns="121899" bIns="60949" rtlCol="0" anchor="b">
            <a:normAutofit/>
          </a:bodyPr>
          <a:lstStyle/>
          <a:p>
            <a:r>
              <a:rPr lang="en-US"/>
              <a:t>Click to edit Master title style</a:t>
            </a:r>
            <a:endParaRPr/>
          </a:p>
        </p:txBody>
      </p:sp>
      <p:sp>
        <p:nvSpPr>
          <p:cNvPr id="3" name="Text Placeholder 2"/>
          <p:cNvSpPr>
            <a:spLocks noGrp="1"/>
          </p:cNvSpPr>
          <p:nvPr>
            <p:ph type="body" idx="1"/>
          </p:nvPr>
        </p:nvSpPr>
        <p:spPr>
          <a:xfrm>
            <a:off x="1218883" y="1701797"/>
            <a:ext cx="10360501" cy="4462272"/>
          </a:xfrm>
          <a:prstGeom prst="rect">
            <a:avLst/>
          </a:prstGeom>
        </p:spPr>
        <p:txBody>
          <a:bodyPr vert="horz" lIns="121899" tIns="60949" rIns="121899" bIns="60949"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4" name="Date Placeholder 3"/>
          <p:cNvSpPr>
            <a:spLocks noGrp="1"/>
          </p:cNvSpPr>
          <p:nvPr>
            <p:ph type="dt" sz="half" idx="2"/>
          </p:nvPr>
        </p:nvSpPr>
        <p:spPr>
          <a:xfrm>
            <a:off x="1218882" y="6356352"/>
            <a:ext cx="2234618" cy="365125"/>
          </a:xfrm>
          <a:prstGeom prst="rect">
            <a:avLst/>
          </a:prstGeom>
        </p:spPr>
        <p:txBody>
          <a:bodyPr vert="horz" lIns="121899" tIns="60949" rIns="121899" bIns="60949" rtlCol="0" anchor="ctr"/>
          <a:lstStyle>
            <a:lvl1pPr algn="l">
              <a:defRPr sz="1200">
                <a:solidFill>
                  <a:schemeClr val="tx1">
                    <a:tint val="75000"/>
                  </a:schemeClr>
                </a:solidFill>
              </a:defRPr>
            </a:lvl1pPr>
          </a:lstStyle>
          <a:p>
            <a:fld id="{F0DFD029-FB74-4578-B929-F66AA97659CA}" type="datetimeFigureOut">
              <a:rPr lang="en-US"/>
              <a:pPr/>
              <a:t>1/29/2025</a:t>
            </a:fld>
            <a:endParaRPr/>
          </a:p>
        </p:txBody>
      </p:sp>
      <p:sp>
        <p:nvSpPr>
          <p:cNvPr id="5" name="Footer Placeholder 4"/>
          <p:cNvSpPr>
            <a:spLocks noGrp="1"/>
          </p:cNvSpPr>
          <p:nvPr>
            <p:ph type="ftr" sz="quarter" idx="3"/>
          </p:nvPr>
        </p:nvSpPr>
        <p:spPr>
          <a:xfrm>
            <a:off x="3453501" y="6356352"/>
            <a:ext cx="5281824" cy="365125"/>
          </a:xfrm>
          <a:prstGeom prst="rect">
            <a:avLst/>
          </a:prstGeom>
        </p:spPr>
        <p:txBody>
          <a:bodyPr vert="horz" lIns="121899" tIns="60949" rIns="121899" bIns="60949" rtlCol="0" anchor="ctr"/>
          <a:lstStyle>
            <a:lvl1pPr algn="ctr">
              <a:defRPr sz="1200">
                <a:solidFill>
                  <a:schemeClr val="tx1">
                    <a:tint val="75000"/>
                  </a:schemeClr>
                </a:solidFill>
              </a:defRPr>
            </a:lvl1pPr>
          </a:lstStyle>
          <a:p>
            <a:endParaRPr/>
          </a:p>
        </p:txBody>
      </p:sp>
      <p:sp>
        <p:nvSpPr>
          <p:cNvPr id="6" name="Slide Number Placeholder 5"/>
          <p:cNvSpPr>
            <a:spLocks noGrp="1"/>
          </p:cNvSpPr>
          <p:nvPr>
            <p:ph type="sldNum" sz="quarter" idx="4"/>
          </p:nvPr>
        </p:nvSpPr>
        <p:spPr>
          <a:xfrm>
            <a:off x="10563649" y="6356352"/>
            <a:ext cx="1015735" cy="365125"/>
          </a:xfrm>
          <a:prstGeom prst="rect">
            <a:avLst/>
          </a:prstGeom>
        </p:spPr>
        <p:txBody>
          <a:bodyPr vert="horz" lIns="121899" tIns="60949" rIns="121899" bIns="60949" rtlCol="0" anchor="ctr"/>
          <a:lstStyle>
            <a:lvl1pPr algn="r">
              <a:defRPr sz="1200">
                <a:solidFill>
                  <a:schemeClr val="tx1">
                    <a:tint val="75000"/>
                  </a:schemeClr>
                </a:solidFill>
              </a:defRPr>
            </a:lvl1pPr>
          </a:lstStyle>
          <a:p>
            <a:fld id="{C014DD1E-5D91-48A3-AD6D-45FBA980D106}" type="slidenum">
              <a:rPr/>
              <a:pPr/>
              <a:t>‹#›</a:t>
            </a:fld>
            <a:endParaRPr/>
          </a:p>
        </p:txBody>
      </p:sp>
    </p:spTree>
    <p:extLst>
      <p:ext uri="{BB962C8B-B14F-4D97-AF65-F5344CB8AC3E}">
        <p14:creationId xmlns:p14="http://schemas.microsoft.com/office/powerpoint/2010/main" val="1395275884"/>
      </p:ext>
    </p:extLst>
  </p:cSld>
  <p:clrMap bg1="dk1" tx1="lt1" bg2="dk2" tx2="lt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xStyles>
    <p:titleStyle>
      <a:lvl1pPr algn="l" defTabSz="1218987" rtl="0" eaLnBrk="1" latinLnBrk="0" hangingPunct="1">
        <a:lnSpc>
          <a:spcPct val="90000"/>
        </a:lnSpc>
        <a:spcBef>
          <a:spcPct val="0"/>
        </a:spcBef>
        <a:buNone/>
        <a:defRPr sz="3600" kern="1200">
          <a:solidFill>
            <a:schemeClr val="tx1"/>
          </a:solidFill>
          <a:latin typeface="+mj-lt"/>
          <a:ea typeface="+mj-ea"/>
          <a:cs typeface="+mj-cs"/>
        </a:defRPr>
      </a:lvl1pPr>
    </p:titleStyle>
    <p:bodyStyle>
      <a:lvl1pPr marL="304747" indent="-304747" algn="l" defTabSz="1218987" rtl="0" eaLnBrk="1" latinLnBrk="0" hangingPunct="1">
        <a:lnSpc>
          <a:spcPct val="90000"/>
        </a:lnSpc>
        <a:spcBef>
          <a:spcPts val="1600"/>
        </a:spcBef>
        <a:buClr>
          <a:schemeClr val="accent1"/>
        </a:buClr>
        <a:buSzPct val="100000"/>
        <a:buFont typeface="Arial" pitchFamily="34" charset="0"/>
        <a:buChar char="•"/>
        <a:defRPr sz="2800" kern="1200">
          <a:solidFill>
            <a:schemeClr val="tx1"/>
          </a:solidFill>
          <a:latin typeface="+mn-lt"/>
          <a:ea typeface="+mn-ea"/>
          <a:cs typeface="+mn-cs"/>
        </a:defRPr>
      </a:lvl1pPr>
      <a:lvl2pPr marL="609493" indent="-231607" algn="l" defTabSz="1218987" rtl="0" eaLnBrk="1" latinLnBrk="0" hangingPunct="1">
        <a:lnSpc>
          <a:spcPct val="90000"/>
        </a:lnSpc>
        <a:spcBef>
          <a:spcPts val="800"/>
        </a:spcBef>
        <a:buClr>
          <a:schemeClr val="accent1"/>
        </a:buClr>
        <a:buSzPct val="80000"/>
        <a:buFont typeface="Arial" pitchFamily="34" charset="0"/>
        <a:buChar char="•"/>
        <a:defRPr sz="2400" kern="1200">
          <a:solidFill>
            <a:schemeClr val="tx1"/>
          </a:solidFill>
          <a:latin typeface="+mn-lt"/>
          <a:ea typeface="+mn-ea"/>
          <a:cs typeface="+mn-cs"/>
        </a:defRPr>
      </a:lvl2pPr>
      <a:lvl3pPr marL="914240" indent="-231607" algn="l" defTabSz="1218987" rtl="0" eaLnBrk="1" latinLnBrk="0" hangingPunct="1">
        <a:lnSpc>
          <a:spcPct val="90000"/>
        </a:lnSpc>
        <a:spcBef>
          <a:spcPts val="800"/>
        </a:spcBef>
        <a:buClr>
          <a:schemeClr val="accent1"/>
        </a:buClr>
        <a:buSzPct val="80000"/>
        <a:buFont typeface="Arial" pitchFamily="34" charset="0"/>
        <a:buChar char="•"/>
        <a:defRPr sz="2000" kern="1200">
          <a:solidFill>
            <a:schemeClr val="tx1"/>
          </a:solidFill>
          <a:latin typeface="+mn-lt"/>
          <a:ea typeface="+mn-ea"/>
          <a:cs typeface="+mn-cs"/>
        </a:defRPr>
      </a:lvl3pPr>
      <a:lvl4pPr marL="1218987" indent="-231607" algn="l" defTabSz="1218987" rtl="0" eaLnBrk="1" latinLnBrk="0" hangingPunct="1">
        <a:lnSpc>
          <a:spcPct val="90000"/>
        </a:lnSpc>
        <a:spcBef>
          <a:spcPts val="800"/>
        </a:spcBef>
        <a:buClr>
          <a:schemeClr val="accent1"/>
        </a:buClr>
        <a:buSzPct val="80000"/>
        <a:buFont typeface="Arial" pitchFamily="34" charset="0"/>
        <a:buChar char="•"/>
        <a:defRPr sz="2000" kern="1200">
          <a:solidFill>
            <a:schemeClr val="tx1"/>
          </a:solidFill>
          <a:latin typeface="+mn-lt"/>
          <a:ea typeface="+mn-ea"/>
          <a:cs typeface="+mn-cs"/>
        </a:defRPr>
      </a:lvl4pPr>
      <a:lvl5pPr marL="1523733" indent="-231607" algn="l" defTabSz="1218987" rtl="0" eaLnBrk="1" latinLnBrk="0" hangingPunct="1">
        <a:lnSpc>
          <a:spcPct val="90000"/>
        </a:lnSpc>
        <a:spcBef>
          <a:spcPts val="800"/>
        </a:spcBef>
        <a:buClr>
          <a:schemeClr val="accent1"/>
        </a:buClr>
        <a:buSzPct val="80000"/>
        <a:buFont typeface="Arial" pitchFamily="34" charset="0"/>
        <a:buChar char="•"/>
        <a:defRPr sz="2000" kern="1200">
          <a:solidFill>
            <a:schemeClr val="tx1"/>
          </a:solidFill>
          <a:latin typeface="+mn-lt"/>
          <a:ea typeface="+mn-ea"/>
          <a:cs typeface="+mn-cs"/>
        </a:defRPr>
      </a:lvl5pPr>
      <a:lvl6pPr marL="1828480" indent="-231607" algn="l" defTabSz="1218987" rtl="0" eaLnBrk="1" latinLnBrk="0" hangingPunct="1">
        <a:lnSpc>
          <a:spcPct val="90000"/>
        </a:lnSpc>
        <a:spcBef>
          <a:spcPts val="800"/>
        </a:spcBef>
        <a:buClr>
          <a:schemeClr val="accent1"/>
        </a:buClr>
        <a:buSzPct val="80000"/>
        <a:buFont typeface="Arial" pitchFamily="34" charset="0"/>
        <a:buChar char="•"/>
        <a:defRPr sz="2000" kern="1200">
          <a:solidFill>
            <a:schemeClr val="tx1"/>
          </a:solidFill>
          <a:latin typeface="+mn-lt"/>
          <a:ea typeface="+mn-ea"/>
          <a:cs typeface="+mn-cs"/>
        </a:defRPr>
      </a:lvl6pPr>
      <a:lvl7pPr marL="2133227" indent="-231607" algn="l" defTabSz="1218987" rtl="0" eaLnBrk="1" latinLnBrk="0" hangingPunct="1">
        <a:lnSpc>
          <a:spcPct val="90000"/>
        </a:lnSpc>
        <a:spcBef>
          <a:spcPts val="800"/>
        </a:spcBef>
        <a:buClr>
          <a:schemeClr val="accent1"/>
        </a:buClr>
        <a:buSzPct val="80000"/>
        <a:buFont typeface="Arial" pitchFamily="34" charset="0"/>
        <a:buChar char="•"/>
        <a:defRPr sz="2000" kern="1200">
          <a:solidFill>
            <a:schemeClr val="tx1"/>
          </a:solidFill>
          <a:latin typeface="+mn-lt"/>
          <a:ea typeface="+mn-ea"/>
          <a:cs typeface="+mn-cs"/>
        </a:defRPr>
      </a:lvl7pPr>
      <a:lvl8pPr marL="2437973" indent="-231607" algn="l" defTabSz="1218987" rtl="0" eaLnBrk="1" latinLnBrk="0" hangingPunct="1">
        <a:lnSpc>
          <a:spcPct val="90000"/>
        </a:lnSpc>
        <a:spcBef>
          <a:spcPts val="800"/>
        </a:spcBef>
        <a:buClr>
          <a:schemeClr val="accent1"/>
        </a:buClr>
        <a:buSzPct val="80000"/>
        <a:buFont typeface="Arial" pitchFamily="34" charset="0"/>
        <a:buChar char="•"/>
        <a:defRPr sz="2000" kern="1200" baseline="0">
          <a:solidFill>
            <a:schemeClr val="tx1"/>
          </a:solidFill>
          <a:latin typeface="+mn-lt"/>
          <a:ea typeface="+mn-ea"/>
          <a:cs typeface="+mn-cs"/>
        </a:defRPr>
      </a:lvl8pPr>
      <a:lvl9pPr marL="2742720" indent="-231607" algn="l" defTabSz="1218987" rtl="0" eaLnBrk="1" latinLnBrk="0" hangingPunct="1">
        <a:lnSpc>
          <a:spcPct val="90000"/>
        </a:lnSpc>
        <a:spcBef>
          <a:spcPts val="800"/>
        </a:spcBef>
        <a:buClr>
          <a:schemeClr val="accent1"/>
        </a:buClr>
        <a:buSzPct val="80000"/>
        <a:buFont typeface="Arial" pitchFamily="34" charset="0"/>
        <a:buChar char="•"/>
        <a:defRPr sz="2000" kern="1200" baseline="0">
          <a:solidFill>
            <a:schemeClr val="tx1"/>
          </a:solidFill>
          <a:latin typeface="+mn-lt"/>
          <a:ea typeface="+mn-ea"/>
          <a:cs typeface="+mn-cs"/>
        </a:defRPr>
      </a:lvl9pPr>
    </p:bodyStyle>
    <p:otherStyle>
      <a:defPPr>
        <a:defRPr/>
      </a:defPPr>
      <a:lvl1pPr marL="0" algn="l" defTabSz="1218987" rtl="0" eaLnBrk="1" latinLnBrk="0" hangingPunct="1">
        <a:defRPr sz="2400" kern="1200">
          <a:solidFill>
            <a:schemeClr val="tx1"/>
          </a:solidFill>
          <a:latin typeface="+mn-lt"/>
          <a:ea typeface="+mn-ea"/>
          <a:cs typeface="+mn-cs"/>
        </a:defRPr>
      </a:lvl1pPr>
      <a:lvl2pPr marL="609493" algn="l" defTabSz="1218987" rtl="0" eaLnBrk="1" latinLnBrk="0" hangingPunct="1">
        <a:defRPr sz="2400" kern="1200">
          <a:solidFill>
            <a:schemeClr val="tx1"/>
          </a:solidFill>
          <a:latin typeface="+mn-lt"/>
          <a:ea typeface="+mn-ea"/>
          <a:cs typeface="+mn-cs"/>
        </a:defRPr>
      </a:lvl2pPr>
      <a:lvl3pPr marL="1218987" algn="l" defTabSz="1218987" rtl="0" eaLnBrk="1" latinLnBrk="0" hangingPunct="1">
        <a:defRPr sz="2400" kern="1200">
          <a:solidFill>
            <a:schemeClr val="tx1"/>
          </a:solidFill>
          <a:latin typeface="+mn-lt"/>
          <a:ea typeface="+mn-ea"/>
          <a:cs typeface="+mn-cs"/>
        </a:defRPr>
      </a:lvl3pPr>
      <a:lvl4pPr marL="1828480" algn="l" defTabSz="1218987" rtl="0" eaLnBrk="1" latinLnBrk="0" hangingPunct="1">
        <a:defRPr sz="2400" kern="1200">
          <a:solidFill>
            <a:schemeClr val="tx1"/>
          </a:solidFill>
          <a:latin typeface="+mn-lt"/>
          <a:ea typeface="+mn-ea"/>
          <a:cs typeface="+mn-cs"/>
        </a:defRPr>
      </a:lvl4pPr>
      <a:lvl5pPr marL="2437973" algn="l" defTabSz="1218987" rtl="0" eaLnBrk="1" latinLnBrk="0" hangingPunct="1">
        <a:defRPr sz="2400" kern="1200">
          <a:solidFill>
            <a:schemeClr val="tx1"/>
          </a:solidFill>
          <a:latin typeface="+mn-lt"/>
          <a:ea typeface="+mn-ea"/>
          <a:cs typeface="+mn-cs"/>
        </a:defRPr>
      </a:lvl5pPr>
      <a:lvl6pPr marL="3047467" algn="l" defTabSz="1218987" rtl="0" eaLnBrk="1" latinLnBrk="0" hangingPunct="1">
        <a:defRPr sz="2400" kern="1200">
          <a:solidFill>
            <a:schemeClr val="tx1"/>
          </a:solidFill>
          <a:latin typeface="+mn-lt"/>
          <a:ea typeface="+mn-ea"/>
          <a:cs typeface="+mn-cs"/>
        </a:defRPr>
      </a:lvl6pPr>
      <a:lvl7pPr marL="3656960" algn="l" defTabSz="1218987" rtl="0" eaLnBrk="1" latinLnBrk="0" hangingPunct="1">
        <a:defRPr sz="2400" kern="1200">
          <a:solidFill>
            <a:schemeClr val="tx1"/>
          </a:solidFill>
          <a:latin typeface="+mn-lt"/>
          <a:ea typeface="+mn-ea"/>
          <a:cs typeface="+mn-cs"/>
        </a:defRPr>
      </a:lvl7pPr>
      <a:lvl8pPr marL="4266453" algn="l" defTabSz="1218987" rtl="0" eaLnBrk="1" latinLnBrk="0" hangingPunct="1">
        <a:defRPr sz="2400" kern="1200">
          <a:solidFill>
            <a:schemeClr val="tx1"/>
          </a:solidFill>
          <a:latin typeface="+mn-lt"/>
          <a:ea typeface="+mn-ea"/>
          <a:cs typeface="+mn-cs"/>
        </a:defRPr>
      </a:lvl8pPr>
      <a:lvl9pPr marL="4875947" algn="l" defTabSz="1218987" rtl="0" eaLnBrk="1" latinLnBrk="0" hangingPunct="1">
        <a:defRPr sz="24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0" userDrawn="1">
          <p15:clr>
            <a:srgbClr val="F26B43"/>
          </p15:clr>
        </p15:guide>
        <p15:guide id="2" pos="3839" userDrawn="1">
          <p15:clr>
            <a:srgbClr val="F26B43"/>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625176" y="584200"/>
            <a:ext cx="8735325" cy="4140200"/>
          </a:xfrm>
        </p:spPr>
        <p:txBody>
          <a:bodyPr>
            <a:normAutofit/>
          </a:bodyPr>
          <a:lstStyle/>
          <a:p>
            <a:pPr algn="ctr"/>
            <a:r>
              <a:rPr lang="en-US" sz="4000" dirty="0">
                <a:latin typeface="Times New Roman" panose="02020603050405020304" pitchFamily="18" charset="0"/>
                <a:cs typeface="Times New Roman" panose="02020603050405020304" pitchFamily="18" charset="0"/>
              </a:rPr>
              <a:t>DESIGN AND SIMULATION OF SOLAR-POWERED STREET LIGHTING SYSTEM USING LTSPICE</a:t>
            </a:r>
            <a:br>
              <a:rPr lang="en-US" sz="4000" dirty="0">
                <a:latin typeface="Times New Roman" panose="02020603050405020304" pitchFamily="18" charset="0"/>
                <a:cs typeface="Times New Roman" panose="02020603050405020304" pitchFamily="18" charset="0"/>
              </a:rPr>
            </a:br>
            <a:br>
              <a:rPr lang="en-US" sz="4000" dirty="0">
                <a:latin typeface="Times New Roman" panose="02020603050405020304" pitchFamily="18" charset="0"/>
                <a:cs typeface="Times New Roman" panose="02020603050405020304" pitchFamily="18" charset="0"/>
              </a:rPr>
            </a:br>
            <a:r>
              <a:rPr lang="en-US" sz="4000" dirty="0">
                <a:latin typeface="Times New Roman" panose="02020603050405020304" pitchFamily="18" charset="0"/>
                <a:cs typeface="Times New Roman" panose="02020603050405020304" pitchFamily="18" charset="0"/>
              </a:rPr>
              <a:t>BY GROUP 20</a:t>
            </a:r>
          </a:p>
        </p:txBody>
      </p:sp>
    </p:spTree>
    <p:extLst>
      <p:ext uri="{BB962C8B-B14F-4D97-AF65-F5344CB8AC3E}">
        <p14:creationId xmlns:p14="http://schemas.microsoft.com/office/powerpoint/2010/main" val="1332291891"/>
      </p:ext>
    </p:extLst>
  </p:cSld>
  <p:clrMapOvr>
    <a:masterClrMapping/>
  </p:clrMapOvr>
  <p:transition spd="slow">
    <p:push dir="u"/>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Title 12"/>
          <p:cNvSpPr>
            <a:spLocks noGrp="1"/>
          </p:cNvSpPr>
          <p:nvPr>
            <p:ph type="title"/>
          </p:nvPr>
        </p:nvSpPr>
        <p:spPr/>
        <p:txBody>
          <a:bodyPr/>
          <a:lstStyle/>
          <a:p>
            <a:r>
              <a:rPr lang="en-US" dirty="0">
                <a:latin typeface="Times New Roman" panose="02020603050405020304" pitchFamily="18" charset="0"/>
                <a:cs typeface="Times New Roman" panose="02020603050405020304" pitchFamily="18" charset="0"/>
              </a:rPr>
              <a:t>TABLE OF CONTENT</a:t>
            </a:r>
          </a:p>
        </p:txBody>
      </p:sp>
      <p:sp>
        <p:nvSpPr>
          <p:cNvPr id="14" name="Content Placeholder 13"/>
          <p:cNvSpPr>
            <a:spLocks noGrp="1"/>
          </p:cNvSpPr>
          <p:nvPr>
            <p:ph idx="1"/>
          </p:nvPr>
        </p:nvSpPr>
        <p:spPr/>
        <p:txBody>
          <a:bodyPr>
            <a:normAutofit lnSpcReduction="10000"/>
          </a:bodyPr>
          <a:lstStyle/>
          <a:p>
            <a:pPr>
              <a:buFont typeface="Wingdings" panose="05000000000000000000" pitchFamily="2" charset="2"/>
              <a:buChar char="Ø"/>
            </a:pPr>
            <a:r>
              <a:rPr lang="en-US" b="1" dirty="0">
                <a:latin typeface="Times New Roman" panose="02020603050405020304" pitchFamily="18" charset="0"/>
                <a:cs typeface="Times New Roman" panose="02020603050405020304" pitchFamily="18" charset="0"/>
              </a:rPr>
              <a:t>INTRODUCTION</a:t>
            </a:r>
          </a:p>
          <a:p>
            <a:pPr>
              <a:buFont typeface="Wingdings" panose="05000000000000000000" pitchFamily="2" charset="2"/>
              <a:buChar char="Ø"/>
            </a:pPr>
            <a:r>
              <a:rPr lang="en-US" b="1" dirty="0">
                <a:latin typeface="Times New Roman" panose="02020603050405020304" pitchFamily="18" charset="0"/>
                <a:cs typeface="Times New Roman" panose="02020603050405020304" pitchFamily="18" charset="0"/>
              </a:rPr>
              <a:t>LIST OF GROUP MEMBERS</a:t>
            </a:r>
          </a:p>
          <a:p>
            <a:pPr>
              <a:buFont typeface="Wingdings" panose="05000000000000000000" pitchFamily="2" charset="2"/>
              <a:buChar char="Ø"/>
            </a:pPr>
            <a:r>
              <a:rPr lang="en-US" b="1" dirty="0">
                <a:latin typeface="Times New Roman" panose="02020603050405020304" pitchFamily="18" charset="0"/>
                <a:cs typeface="Times New Roman" panose="02020603050405020304" pitchFamily="18" charset="0"/>
              </a:rPr>
              <a:t>AIM OF THE PROJECT</a:t>
            </a:r>
          </a:p>
          <a:p>
            <a:pPr>
              <a:buFont typeface="Wingdings" panose="05000000000000000000" pitchFamily="2" charset="2"/>
              <a:buChar char="Ø"/>
            </a:pPr>
            <a:r>
              <a:rPr lang="en-US" b="1" dirty="0">
                <a:latin typeface="Times New Roman" panose="02020603050405020304" pitchFamily="18" charset="0"/>
                <a:cs typeface="Times New Roman" panose="02020603050405020304" pitchFamily="18" charset="0"/>
              </a:rPr>
              <a:t>LIST OF COMPONENTS NEEDED</a:t>
            </a:r>
          </a:p>
          <a:p>
            <a:pPr>
              <a:buFont typeface="Wingdings" panose="05000000000000000000" pitchFamily="2" charset="2"/>
              <a:buChar char="Ø"/>
            </a:pPr>
            <a:r>
              <a:rPr lang="en-US" b="1" dirty="0">
                <a:latin typeface="Times New Roman" panose="02020603050405020304" pitchFamily="18" charset="0"/>
                <a:cs typeface="Times New Roman" panose="02020603050405020304" pitchFamily="18" charset="0"/>
              </a:rPr>
              <a:t>METHODOLOGY</a:t>
            </a:r>
          </a:p>
          <a:p>
            <a:pPr>
              <a:buFont typeface="Wingdings" panose="05000000000000000000" pitchFamily="2" charset="2"/>
              <a:buChar char="Ø"/>
            </a:pPr>
            <a:r>
              <a:rPr lang="en-US" b="1" dirty="0">
                <a:latin typeface="Times New Roman" panose="02020603050405020304" pitchFamily="18" charset="0"/>
                <a:cs typeface="Times New Roman" panose="02020603050405020304" pitchFamily="18" charset="0"/>
              </a:rPr>
              <a:t>EXPERIMENTAL RESULTS</a:t>
            </a:r>
          </a:p>
          <a:p>
            <a:pPr>
              <a:buFont typeface="Wingdings" panose="05000000000000000000" pitchFamily="2" charset="2"/>
              <a:buChar char="Ø"/>
            </a:pPr>
            <a:r>
              <a:rPr lang="en-US" b="1" dirty="0">
                <a:latin typeface="Times New Roman" panose="02020603050405020304" pitchFamily="18" charset="0"/>
                <a:cs typeface="Times New Roman" panose="02020603050405020304" pitchFamily="18" charset="0"/>
              </a:rPr>
              <a:t>DEDUCTIONS</a:t>
            </a:r>
          </a:p>
          <a:p>
            <a:pPr>
              <a:buFont typeface="Wingdings" panose="05000000000000000000" pitchFamily="2" charset="2"/>
              <a:buChar char="Ø"/>
            </a:pPr>
            <a:r>
              <a:rPr lang="en-US" b="1" dirty="0">
                <a:latin typeface="Times New Roman" panose="02020603050405020304" pitchFamily="18" charset="0"/>
                <a:cs typeface="Times New Roman" panose="02020603050405020304" pitchFamily="18" charset="0"/>
              </a:rPr>
              <a:t>CONCLUSION</a:t>
            </a:r>
          </a:p>
        </p:txBody>
      </p:sp>
    </p:spTree>
    <p:extLst>
      <p:ext uri="{BB962C8B-B14F-4D97-AF65-F5344CB8AC3E}">
        <p14:creationId xmlns:p14="http://schemas.microsoft.com/office/powerpoint/2010/main" val="3529114326"/>
      </p:ext>
    </p:extLst>
  </p:cSld>
  <p:clrMapOvr>
    <a:masterClrMapping/>
  </p:clrMapOvr>
  <p:transition spd="slow">
    <p:push dir="u"/>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F03C829-76B8-45E7-AD15-B93670382AE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F429F37-A9CC-C2E1-4A6C-DAC4DEC29954}"/>
              </a:ext>
            </a:extLst>
          </p:cNvPr>
          <p:cNvSpPr>
            <a:spLocks noGrp="1"/>
          </p:cNvSpPr>
          <p:nvPr>
            <p:ph type="title"/>
          </p:nvPr>
        </p:nvSpPr>
        <p:spPr>
          <a:xfrm>
            <a:off x="1218883" y="274637"/>
            <a:ext cx="10360501" cy="792163"/>
          </a:xfrm>
        </p:spPr>
        <p:txBody>
          <a:bodyPr/>
          <a:lstStyle/>
          <a:p>
            <a:r>
              <a:rPr lang="en-US" dirty="0">
                <a:latin typeface="Times New Roman" panose="02020603050405020304" pitchFamily="18" charset="0"/>
                <a:cs typeface="Times New Roman" panose="02020603050405020304" pitchFamily="18" charset="0"/>
              </a:rPr>
              <a:t>INTRODUCTION</a:t>
            </a:r>
          </a:p>
        </p:txBody>
      </p:sp>
      <p:sp>
        <p:nvSpPr>
          <p:cNvPr id="3" name="Content Placeholder 2">
            <a:extLst>
              <a:ext uri="{FF2B5EF4-FFF2-40B4-BE49-F238E27FC236}">
                <a16:creationId xmlns:a16="http://schemas.microsoft.com/office/drawing/2014/main" id="{6DAE4A93-F1C7-A162-00F4-AAC37847ED03}"/>
              </a:ext>
            </a:extLst>
          </p:cNvPr>
          <p:cNvSpPr>
            <a:spLocks noGrp="1"/>
          </p:cNvSpPr>
          <p:nvPr>
            <p:ph sz="half" idx="1"/>
          </p:nvPr>
        </p:nvSpPr>
        <p:spPr>
          <a:xfrm>
            <a:off x="1218883" y="1295400"/>
            <a:ext cx="9828529" cy="4953000"/>
          </a:xfrm>
        </p:spPr>
        <p:txBody>
          <a:bodyPr>
            <a:noAutofit/>
          </a:bodyPr>
          <a:lstStyle/>
          <a:p>
            <a:pPr marL="0" marR="0" indent="0">
              <a:lnSpc>
                <a:spcPct val="107000"/>
              </a:lnSpc>
              <a:spcAft>
                <a:spcPts val="800"/>
              </a:spcAft>
              <a:buNone/>
            </a:pPr>
            <a:r>
              <a:rPr lang="en-US" sz="2400" dirty="0">
                <a:effectLst/>
                <a:latin typeface="Times New Roman" panose="02020603050405020304" pitchFamily="18" charset="0"/>
                <a:ea typeface="Calibri" panose="020F0502020204030204" pitchFamily="34" charset="0"/>
                <a:cs typeface="Times New Roman" panose="02020603050405020304" pitchFamily="18" charset="0"/>
              </a:rPr>
              <a:t>Street lighting is a crucial aspect of urban infrastructure, providing numerous benefits to pedestrians, drivers, and the community as a whole. The primary function of street lighting is to illuminate public spaces, ensuring safety, security, and visibility.</a:t>
            </a:r>
          </a:p>
          <a:p>
            <a:pPr marL="0" indent="0">
              <a:buNone/>
            </a:pPr>
            <a:r>
              <a:rPr lang="en-US" sz="2400" dirty="0">
                <a:effectLst/>
                <a:latin typeface="Times New Roman" panose="02020603050405020304" pitchFamily="18" charset="0"/>
                <a:ea typeface="Calibri" panose="020F0502020204030204" pitchFamily="34" charset="0"/>
                <a:cs typeface="Times New Roman" panose="02020603050405020304" pitchFamily="18" charset="0"/>
              </a:rPr>
              <a:t>Energy-efficient options like LED lighting also reduce carbon emissions, contributing to a more sustainable environment. Solar-powered street lights offer a sustainable solution for urban lighting, one of which is reducing reliance on fossil fuels. </a:t>
            </a:r>
            <a:r>
              <a:rPr lang="en-US" sz="2400" dirty="0">
                <a:latin typeface="Times New Roman" panose="02020603050405020304" pitchFamily="18" charset="0"/>
                <a:ea typeface="Calibri" panose="020F0502020204030204" pitchFamily="34" charset="0"/>
                <a:cs typeface="Times New Roman" panose="02020603050405020304" pitchFamily="18" charset="0"/>
              </a:rPr>
              <a:t>Hence, the focus of this project is the solar-powered street lighting system.</a:t>
            </a:r>
            <a:endParaRPr lang="en-US" sz="2400" dirty="0">
              <a:effectLst/>
              <a:latin typeface="Times New Roman" panose="02020603050405020304" pitchFamily="18"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2051323376"/>
      </p:ext>
    </p:extLst>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DC6AD97-8562-4AF4-D25E-9F9C167013F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4D7DD25-FABD-72BA-8B3D-CA4AAD17D4B9}"/>
              </a:ext>
            </a:extLst>
          </p:cNvPr>
          <p:cNvSpPr>
            <a:spLocks noGrp="1"/>
          </p:cNvSpPr>
          <p:nvPr>
            <p:ph type="title"/>
          </p:nvPr>
        </p:nvSpPr>
        <p:spPr>
          <a:xfrm>
            <a:off x="1218883" y="274637"/>
            <a:ext cx="10360501" cy="639763"/>
          </a:xfrm>
        </p:spPr>
        <p:txBody>
          <a:bodyPr/>
          <a:lstStyle/>
          <a:p>
            <a:r>
              <a:rPr lang="en-US" dirty="0">
                <a:latin typeface="Times New Roman" panose="02020603050405020304" pitchFamily="18" charset="0"/>
                <a:cs typeface="Times New Roman" panose="02020603050405020304" pitchFamily="18" charset="0"/>
              </a:rPr>
              <a:t>LIST OF GROUP MEMBERS</a:t>
            </a:r>
          </a:p>
        </p:txBody>
      </p:sp>
      <p:sp>
        <p:nvSpPr>
          <p:cNvPr id="3" name="Content Placeholder 2">
            <a:extLst>
              <a:ext uri="{FF2B5EF4-FFF2-40B4-BE49-F238E27FC236}">
                <a16:creationId xmlns:a16="http://schemas.microsoft.com/office/drawing/2014/main" id="{6760989D-B1F8-1E48-3B36-563F49307301}"/>
              </a:ext>
            </a:extLst>
          </p:cNvPr>
          <p:cNvSpPr>
            <a:spLocks noGrp="1"/>
          </p:cNvSpPr>
          <p:nvPr>
            <p:ph sz="half" idx="1"/>
          </p:nvPr>
        </p:nvSpPr>
        <p:spPr>
          <a:xfrm>
            <a:off x="1218883" y="990600"/>
            <a:ext cx="10133329" cy="5715000"/>
          </a:xfrm>
        </p:spPr>
        <p:txBody>
          <a:bodyPr>
            <a:normAutofit fontScale="92500" lnSpcReduction="20000"/>
          </a:bodyPr>
          <a:lstStyle/>
          <a:p>
            <a:pPr marL="0" marR="0" indent="0">
              <a:lnSpc>
                <a:spcPct val="115000"/>
              </a:lnSpc>
              <a:spcAft>
                <a:spcPts val="800"/>
              </a:spcAft>
              <a:buNone/>
            </a:pPr>
            <a:r>
              <a:rPr lang="en-US" sz="1800" dirty="0">
                <a:effectLst/>
                <a:latin typeface="Times New Roman" panose="02020603050405020304" pitchFamily="18" charset="0"/>
                <a:ea typeface="Calibri" panose="020F0502020204030204" pitchFamily="34" charset="0"/>
                <a:cs typeface="Times New Roman" panose="02020603050405020304" pitchFamily="18" charset="0"/>
              </a:rPr>
              <a:t>1. ERINKITOLA ABDULBAASIT IYANUOLUWA (210408062 - COMPUTER ENGINEERING)</a:t>
            </a:r>
            <a:endParaRPr lang="en-US" sz="1800" dirty="0">
              <a:effectLst/>
              <a:latin typeface="Calibri" panose="020F0502020204030204" pitchFamily="34" charset="0"/>
              <a:ea typeface="Calibri" panose="020F0502020204030204" pitchFamily="34" charset="0"/>
              <a:cs typeface="Times New Roman" panose="02020603050405020304" pitchFamily="18" charset="0"/>
            </a:endParaRPr>
          </a:p>
          <a:p>
            <a:pPr marL="0" marR="0" indent="0">
              <a:lnSpc>
                <a:spcPct val="115000"/>
              </a:lnSpc>
              <a:spcAft>
                <a:spcPts val="800"/>
              </a:spcAft>
              <a:buNone/>
            </a:pPr>
            <a:r>
              <a:rPr lang="en-US" sz="1800" dirty="0">
                <a:effectLst/>
                <a:latin typeface="Times New Roman" panose="02020603050405020304" pitchFamily="18" charset="0"/>
                <a:ea typeface="Calibri" panose="020F0502020204030204" pitchFamily="34" charset="0"/>
                <a:cs typeface="Times New Roman" panose="02020603050405020304" pitchFamily="18" charset="0"/>
              </a:rPr>
              <a:t>2. EMEKA SAMUEL IFEAYINCHUKWU (210403022 - ELECTRICAL ELECTRONICS ENGINEERING)</a:t>
            </a:r>
            <a:endParaRPr lang="en-US" sz="1800" dirty="0">
              <a:effectLst/>
              <a:latin typeface="Calibri" panose="020F0502020204030204" pitchFamily="34" charset="0"/>
              <a:ea typeface="Calibri" panose="020F0502020204030204" pitchFamily="34" charset="0"/>
              <a:cs typeface="Times New Roman" panose="02020603050405020304" pitchFamily="18" charset="0"/>
            </a:endParaRPr>
          </a:p>
          <a:p>
            <a:pPr marL="0" marR="0" indent="0">
              <a:lnSpc>
                <a:spcPct val="115000"/>
              </a:lnSpc>
              <a:spcAft>
                <a:spcPts val="800"/>
              </a:spcAft>
              <a:buNone/>
            </a:pPr>
            <a:r>
              <a:rPr lang="en-US" sz="1800" dirty="0">
                <a:effectLst/>
                <a:latin typeface="Times New Roman" panose="02020603050405020304" pitchFamily="18" charset="0"/>
                <a:ea typeface="Calibri" panose="020F0502020204030204" pitchFamily="34" charset="0"/>
                <a:cs typeface="Times New Roman" panose="02020603050405020304" pitchFamily="18" charset="0"/>
              </a:rPr>
              <a:t>3. EZEANOWI CHISOM SHEDRACK (210403103 - ELECTRICAL ELECTRONICS ENGINEERING)</a:t>
            </a:r>
            <a:endParaRPr lang="en-US" sz="1800" dirty="0">
              <a:effectLst/>
              <a:latin typeface="Calibri" panose="020F0502020204030204" pitchFamily="34" charset="0"/>
              <a:ea typeface="Calibri" panose="020F0502020204030204" pitchFamily="34" charset="0"/>
              <a:cs typeface="Times New Roman" panose="02020603050405020304" pitchFamily="18" charset="0"/>
            </a:endParaRPr>
          </a:p>
          <a:p>
            <a:pPr marL="0" marR="0" indent="0">
              <a:lnSpc>
                <a:spcPct val="115000"/>
              </a:lnSpc>
              <a:spcAft>
                <a:spcPts val="800"/>
              </a:spcAft>
              <a:buNone/>
            </a:pPr>
            <a:r>
              <a:rPr lang="en-US" sz="1800" dirty="0">
                <a:effectLst/>
                <a:latin typeface="Times New Roman" panose="02020603050405020304" pitchFamily="18" charset="0"/>
                <a:ea typeface="Calibri" panose="020F0502020204030204" pitchFamily="34" charset="0"/>
                <a:cs typeface="Times New Roman" panose="02020603050405020304" pitchFamily="18" charset="0"/>
              </a:rPr>
              <a:t>4. EZINMA JOSHUA CHUKWUEMEKA (210403112 - ELECTRICAL ELECTRONICS ENGINEERING)</a:t>
            </a:r>
            <a:endParaRPr lang="en-US" sz="1800" dirty="0">
              <a:effectLst/>
              <a:latin typeface="Calibri" panose="020F0502020204030204" pitchFamily="34" charset="0"/>
              <a:ea typeface="Calibri" panose="020F0502020204030204" pitchFamily="34" charset="0"/>
              <a:cs typeface="Times New Roman" panose="02020603050405020304" pitchFamily="18" charset="0"/>
            </a:endParaRPr>
          </a:p>
          <a:p>
            <a:pPr marL="0" marR="0" indent="0">
              <a:lnSpc>
                <a:spcPct val="115000"/>
              </a:lnSpc>
              <a:spcAft>
                <a:spcPts val="800"/>
              </a:spcAft>
              <a:buNone/>
            </a:pPr>
            <a:r>
              <a:rPr lang="en-US" sz="1800" dirty="0">
                <a:effectLst/>
                <a:latin typeface="Times New Roman" panose="02020603050405020304" pitchFamily="18" charset="0"/>
                <a:ea typeface="Calibri" panose="020F0502020204030204" pitchFamily="34" charset="0"/>
                <a:cs typeface="Times New Roman" panose="02020603050405020304" pitchFamily="18" charset="0"/>
              </a:rPr>
              <a:t>5. ESEKHAIGBE LORDSON (210407065 - SYSTEMS ENGINEERING)</a:t>
            </a:r>
            <a:endParaRPr lang="en-US" sz="1800" dirty="0">
              <a:effectLst/>
              <a:latin typeface="Calibri" panose="020F0502020204030204" pitchFamily="34" charset="0"/>
              <a:ea typeface="Calibri" panose="020F0502020204030204" pitchFamily="34" charset="0"/>
              <a:cs typeface="Times New Roman" panose="02020603050405020304" pitchFamily="18" charset="0"/>
            </a:endParaRPr>
          </a:p>
          <a:p>
            <a:pPr marL="0" marR="0" indent="0">
              <a:lnSpc>
                <a:spcPct val="115000"/>
              </a:lnSpc>
              <a:spcAft>
                <a:spcPts val="800"/>
              </a:spcAft>
              <a:buNone/>
            </a:pPr>
            <a:r>
              <a:rPr lang="en-US" sz="1800" dirty="0">
                <a:effectLst/>
                <a:latin typeface="Times New Roman" panose="02020603050405020304" pitchFamily="18" charset="0"/>
                <a:ea typeface="Calibri" panose="020F0502020204030204" pitchFamily="34" charset="0"/>
                <a:cs typeface="Times New Roman" panose="02020603050405020304" pitchFamily="18" charset="0"/>
              </a:rPr>
              <a:t>6. EZERIOHA-ETHELBERT DOMINION KENECHUKWU (230403534 - ELECTRICAL ELECTRONICS ENGINEERING)</a:t>
            </a:r>
            <a:endParaRPr lang="en-US" sz="1800" dirty="0">
              <a:effectLst/>
              <a:latin typeface="Calibri" panose="020F0502020204030204" pitchFamily="34" charset="0"/>
              <a:ea typeface="Calibri" panose="020F0502020204030204" pitchFamily="34" charset="0"/>
              <a:cs typeface="Times New Roman" panose="02020603050405020304" pitchFamily="18" charset="0"/>
            </a:endParaRPr>
          </a:p>
          <a:p>
            <a:pPr marL="0" marR="0" indent="0">
              <a:lnSpc>
                <a:spcPct val="115000"/>
              </a:lnSpc>
              <a:spcAft>
                <a:spcPts val="800"/>
              </a:spcAft>
              <a:buNone/>
            </a:pPr>
            <a:r>
              <a:rPr lang="en-US" sz="1800" dirty="0">
                <a:effectLst/>
                <a:latin typeface="Times New Roman" panose="02020603050405020304" pitchFamily="18" charset="0"/>
                <a:ea typeface="Calibri" panose="020F0502020204030204" pitchFamily="34" charset="0"/>
                <a:cs typeface="Times New Roman" panose="02020603050405020304" pitchFamily="18" charset="0"/>
              </a:rPr>
              <a:t>7. EYINLE ADEDOLAPO CATHERINE (210403037-ELECTRICAL AND ELECTRONICS ENGINEERING)</a:t>
            </a:r>
            <a:endParaRPr lang="en-US" sz="1800" dirty="0">
              <a:effectLst/>
              <a:latin typeface="Calibri" panose="020F0502020204030204" pitchFamily="34" charset="0"/>
              <a:ea typeface="Calibri" panose="020F0502020204030204" pitchFamily="34" charset="0"/>
              <a:cs typeface="Times New Roman" panose="02020603050405020304" pitchFamily="18" charset="0"/>
            </a:endParaRPr>
          </a:p>
          <a:p>
            <a:pPr marL="0" marR="0" indent="0">
              <a:lnSpc>
                <a:spcPct val="115000"/>
              </a:lnSpc>
              <a:spcAft>
                <a:spcPts val="800"/>
              </a:spcAft>
              <a:buNone/>
            </a:pPr>
            <a:r>
              <a:rPr lang="en-US" sz="1800" dirty="0">
                <a:effectLst/>
                <a:latin typeface="Times New Roman" panose="02020603050405020304" pitchFamily="18" charset="0"/>
                <a:ea typeface="Calibri" panose="020F0502020204030204" pitchFamily="34" charset="0"/>
                <a:cs typeface="Times New Roman" panose="02020603050405020304" pitchFamily="18" charset="0"/>
              </a:rPr>
              <a:t>8. ETOP-ARCHIBONG EDIDIONG (230407534- SYSTEMS ENGINEERING)</a:t>
            </a:r>
          </a:p>
          <a:p>
            <a:pPr marL="0" marR="0" indent="0">
              <a:lnSpc>
                <a:spcPct val="115000"/>
              </a:lnSpc>
              <a:spcAft>
                <a:spcPts val="800"/>
              </a:spcAft>
              <a:buNone/>
            </a:pPr>
            <a:r>
              <a:rPr lang="en-US" sz="1800" dirty="0">
                <a:latin typeface="Times New Roman" panose="02020603050405020304" pitchFamily="18" charset="0"/>
                <a:ea typeface="Calibri" panose="020F0502020204030204" pitchFamily="34" charset="0"/>
                <a:cs typeface="Times New Roman" panose="02020603050405020304" pitchFamily="18" charset="0"/>
              </a:rPr>
              <a:t>9. EZE DANIEL (210407109 – SYSTEMS ENGINEERING)</a:t>
            </a:r>
          </a:p>
          <a:p>
            <a:pPr marL="0" marR="0" indent="0">
              <a:lnSpc>
                <a:spcPct val="115000"/>
              </a:lnSpc>
              <a:spcAft>
                <a:spcPts val="800"/>
              </a:spcAft>
              <a:buNone/>
            </a:pPr>
            <a:r>
              <a:rPr lang="en-US" sz="1800" dirty="0">
                <a:effectLst/>
                <a:latin typeface="Times New Roman" panose="02020603050405020304" pitchFamily="18" charset="0"/>
                <a:ea typeface="Calibri" panose="020F0502020204030204" pitchFamily="34" charset="0"/>
                <a:cs typeface="Times New Roman" panose="02020603050405020304" pitchFamily="18" charset="0"/>
              </a:rPr>
              <a:t>10. EZENDIOKWERE CHRISTOPHER (210403504 - ELECTRICAL ELECTRONICS ENGINEERING)</a:t>
            </a:r>
          </a:p>
          <a:p>
            <a:pPr marL="0" marR="0" indent="0">
              <a:lnSpc>
                <a:spcPct val="115000"/>
              </a:lnSpc>
              <a:spcAft>
                <a:spcPts val="800"/>
              </a:spcAft>
              <a:buNone/>
            </a:pPr>
            <a:endParaRPr lang="en-US" sz="1800" dirty="0">
              <a:effectLst/>
              <a:latin typeface="Calibri" panose="020F0502020204030204" pitchFamily="34" charset="0"/>
              <a:ea typeface="Calibri" panose="020F0502020204030204" pitchFamily="34" charset="0"/>
              <a:cs typeface="Times New Roman" panose="02020603050405020304" pitchFamily="18" charset="0"/>
            </a:endParaRPr>
          </a:p>
          <a:p>
            <a:pPr marL="0" indent="0">
              <a:buNone/>
            </a:pPr>
            <a:endParaRPr lang="en-US" dirty="0">
              <a:effectLst/>
            </a:endParaRPr>
          </a:p>
        </p:txBody>
      </p:sp>
    </p:spTree>
    <p:extLst>
      <p:ext uri="{BB962C8B-B14F-4D97-AF65-F5344CB8AC3E}">
        <p14:creationId xmlns:p14="http://schemas.microsoft.com/office/powerpoint/2010/main" val="2723604027"/>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p:cNvSpPr>
            <a:spLocks noGrp="1"/>
          </p:cNvSpPr>
          <p:nvPr>
            <p:ph type="title"/>
          </p:nvPr>
        </p:nvSpPr>
        <p:spPr>
          <a:xfrm>
            <a:off x="1218883" y="274637"/>
            <a:ext cx="10360501" cy="1020763"/>
          </a:xfrm>
        </p:spPr>
        <p:txBody>
          <a:bodyPr/>
          <a:lstStyle/>
          <a:p>
            <a:r>
              <a:rPr lang="en-US" dirty="0">
                <a:latin typeface="Times New Roman" panose="02020603050405020304" pitchFamily="18" charset="0"/>
                <a:cs typeface="Times New Roman" panose="02020603050405020304" pitchFamily="18" charset="0"/>
              </a:rPr>
              <a:t>LIST OF COMPONENTS NEEDED</a:t>
            </a:r>
          </a:p>
        </p:txBody>
      </p:sp>
      <p:sp>
        <p:nvSpPr>
          <p:cNvPr id="2" name="Content Placeholder 1">
            <a:extLst>
              <a:ext uri="{FF2B5EF4-FFF2-40B4-BE49-F238E27FC236}">
                <a16:creationId xmlns:a16="http://schemas.microsoft.com/office/drawing/2014/main" id="{CE16615A-3439-5105-17DA-0965F3417AD7}"/>
              </a:ext>
            </a:extLst>
          </p:cNvPr>
          <p:cNvSpPr>
            <a:spLocks noGrp="1"/>
          </p:cNvSpPr>
          <p:nvPr>
            <p:ph sz="half" idx="1"/>
          </p:nvPr>
        </p:nvSpPr>
        <p:spPr/>
        <p:txBody>
          <a:bodyPr>
            <a:normAutofit lnSpcReduction="10000"/>
          </a:bodyPr>
          <a:lstStyle/>
          <a:p>
            <a:r>
              <a:rPr lang="en-US" dirty="0">
                <a:latin typeface="Times New Roman" panose="02020603050405020304" pitchFamily="18" charset="0"/>
                <a:cs typeface="Times New Roman" panose="02020603050405020304" pitchFamily="18" charset="0"/>
              </a:rPr>
              <a:t>Solar Panel (represented with an 18V Source)</a:t>
            </a:r>
          </a:p>
          <a:p>
            <a:r>
              <a:rPr lang="en-US" dirty="0">
                <a:latin typeface="Times New Roman" panose="02020603050405020304" pitchFamily="18" charset="0"/>
                <a:cs typeface="Times New Roman" panose="02020603050405020304" pitchFamily="18" charset="0"/>
              </a:rPr>
              <a:t>Schottky Diode</a:t>
            </a:r>
          </a:p>
          <a:p>
            <a:r>
              <a:rPr lang="en-US" dirty="0">
                <a:latin typeface="Times New Roman" panose="02020603050405020304" pitchFamily="18" charset="0"/>
                <a:cs typeface="Times New Roman" panose="02020603050405020304" pitchFamily="18" charset="0"/>
              </a:rPr>
              <a:t>Battery</a:t>
            </a:r>
          </a:p>
          <a:p>
            <a:r>
              <a:rPr lang="en-US" dirty="0">
                <a:latin typeface="Times New Roman" panose="02020603050405020304" pitchFamily="18" charset="0"/>
                <a:cs typeface="Times New Roman" panose="02020603050405020304" pitchFamily="18" charset="0"/>
              </a:rPr>
              <a:t>Resistors</a:t>
            </a:r>
          </a:p>
          <a:p>
            <a:r>
              <a:rPr lang="en-US" dirty="0">
                <a:latin typeface="Times New Roman" panose="02020603050405020304" pitchFamily="18" charset="0"/>
                <a:cs typeface="Times New Roman" panose="02020603050405020304" pitchFamily="18" charset="0"/>
              </a:rPr>
              <a:t>Capacitor</a:t>
            </a:r>
          </a:p>
          <a:p>
            <a:r>
              <a:rPr lang="en-US" dirty="0">
                <a:latin typeface="Times New Roman" panose="02020603050405020304" pitchFamily="18" charset="0"/>
                <a:cs typeface="Times New Roman" panose="02020603050405020304" pitchFamily="18" charset="0"/>
              </a:rPr>
              <a:t>Inductor</a:t>
            </a:r>
          </a:p>
          <a:p>
            <a:r>
              <a:rPr lang="en-US" dirty="0">
                <a:latin typeface="Times New Roman" panose="02020603050405020304" pitchFamily="18" charset="0"/>
                <a:cs typeface="Times New Roman" panose="02020603050405020304" pitchFamily="18" charset="0"/>
              </a:rPr>
              <a:t>Pulse Width Modulation Signal Generator</a:t>
            </a:r>
          </a:p>
        </p:txBody>
      </p:sp>
      <p:sp>
        <p:nvSpPr>
          <p:cNvPr id="3" name="Content Placeholder 2">
            <a:extLst>
              <a:ext uri="{FF2B5EF4-FFF2-40B4-BE49-F238E27FC236}">
                <a16:creationId xmlns:a16="http://schemas.microsoft.com/office/drawing/2014/main" id="{9EC5DFBD-411E-9EAF-7227-238DDA4FA62F}"/>
              </a:ext>
            </a:extLst>
          </p:cNvPr>
          <p:cNvSpPr>
            <a:spLocks noGrp="1"/>
          </p:cNvSpPr>
          <p:nvPr>
            <p:ph sz="half" idx="2"/>
          </p:nvPr>
        </p:nvSpPr>
        <p:spPr/>
        <p:txBody>
          <a:bodyPr>
            <a:normAutofit lnSpcReduction="10000"/>
          </a:bodyPr>
          <a:lstStyle/>
          <a:p>
            <a:r>
              <a:rPr lang="en-US" dirty="0">
                <a:latin typeface="Times New Roman" panose="02020603050405020304" pitchFamily="18" charset="0"/>
                <a:cs typeface="Times New Roman" panose="02020603050405020304" pitchFamily="18" charset="0"/>
              </a:rPr>
              <a:t>N-MOSFETs</a:t>
            </a:r>
          </a:p>
          <a:p>
            <a:r>
              <a:rPr lang="en-US" dirty="0">
                <a:latin typeface="Times New Roman" panose="02020603050405020304" pitchFamily="18" charset="0"/>
                <a:cs typeface="Times New Roman" panose="02020603050405020304" pitchFamily="18" charset="0"/>
              </a:rPr>
              <a:t>Voltage Regulators</a:t>
            </a:r>
          </a:p>
          <a:p>
            <a:r>
              <a:rPr lang="en-US" dirty="0">
                <a:latin typeface="Times New Roman" panose="02020603050405020304" pitchFamily="18" charset="0"/>
                <a:cs typeface="Times New Roman" panose="02020603050405020304" pitchFamily="18" charset="0"/>
              </a:rPr>
              <a:t>Light-Emitting Diode (LED)</a:t>
            </a:r>
          </a:p>
          <a:p>
            <a:r>
              <a:rPr lang="en-US" dirty="0">
                <a:latin typeface="Times New Roman" panose="02020603050405020304" pitchFamily="18" charset="0"/>
                <a:cs typeface="Times New Roman" panose="02020603050405020304" pitchFamily="18" charset="0"/>
              </a:rPr>
              <a:t>Comparators</a:t>
            </a:r>
          </a:p>
          <a:p>
            <a:r>
              <a:rPr lang="en-US" dirty="0">
                <a:effectLst/>
                <a:latin typeface="Times New Roman" panose="02020603050405020304" pitchFamily="18" charset="0"/>
                <a:ea typeface="Times New Roman" panose="02020603050405020304" pitchFamily="18" charset="0"/>
                <a:cs typeface="Times New Roman" panose="02020603050405020304" pitchFamily="18" charset="0"/>
              </a:rPr>
              <a:t>AND-Gate</a:t>
            </a:r>
          </a:p>
          <a:p>
            <a:r>
              <a:rPr lang="en-US" dirty="0">
                <a:effectLst/>
                <a:latin typeface="Times New Roman" panose="02020603050405020304" pitchFamily="18" charset="0"/>
                <a:ea typeface="Times New Roman" panose="02020603050405020304" pitchFamily="18" charset="0"/>
                <a:cs typeface="Times New Roman" panose="02020603050405020304" pitchFamily="18" charset="0"/>
              </a:rPr>
              <a:t>VCVS (Voltage-Controlled Voltage Source)</a:t>
            </a:r>
            <a:endParaRPr lang="en-US" dirty="0">
              <a:effectLst/>
              <a:latin typeface="Times New Roman" panose="02020603050405020304" pitchFamily="18" charset="0"/>
              <a:ea typeface="Calibri" panose="020F0502020204030204" pitchFamily="34" charset="0"/>
              <a:cs typeface="Times New Roman" panose="02020603050405020304" pitchFamily="18" charset="0"/>
            </a:endParaRPr>
          </a:p>
          <a:p>
            <a:r>
              <a:rPr lang="en-US" dirty="0">
                <a:latin typeface="Times New Roman" panose="02020603050405020304" pitchFamily="18" charset="0"/>
                <a:cs typeface="Times New Roman" panose="02020603050405020304" pitchFamily="18" charset="0"/>
              </a:rPr>
              <a:t>PIR Motion Sensor</a:t>
            </a:r>
          </a:p>
        </p:txBody>
      </p:sp>
    </p:spTree>
    <p:extLst>
      <p:ext uri="{BB962C8B-B14F-4D97-AF65-F5344CB8AC3E}">
        <p14:creationId xmlns:p14="http://schemas.microsoft.com/office/powerpoint/2010/main" val="267203919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dirty="0">
                <a:latin typeface="Times New Roman" panose="02020603050405020304" pitchFamily="18" charset="0"/>
                <a:cs typeface="Times New Roman" panose="02020603050405020304" pitchFamily="18" charset="0"/>
              </a:rPr>
              <a:t>AIM OF THE PROJECT</a:t>
            </a:r>
          </a:p>
        </p:txBody>
      </p:sp>
      <p:sp>
        <p:nvSpPr>
          <p:cNvPr id="2" name="Content Placeholder 1">
            <a:extLst>
              <a:ext uri="{FF2B5EF4-FFF2-40B4-BE49-F238E27FC236}">
                <a16:creationId xmlns:a16="http://schemas.microsoft.com/office/drawing/2014/main" id="{329C48E0-BB38-88C2-0775-ECE7BA73B7A5}"/>
              </a:ext>
            </a:extLst>
          </p:cNvPr>
          <p:cNvSpPr>
            <a:spLocks noGrp="1"/>
          </p:cNvSpPr>
          <p:nvPr>
            <p:ph idx="1"/>
          </p:nvPr>
        </p:nvSpPr>
        <p:spPr/>
        <p:txBody>
          <a:bodyPr>
            <a:normAutofit/>
          </a:bodyPr>
          <a:lstStyle/>
          <a:p>
            <a:pPr marR="0" lvl="0">
              <a:lnSpc>
                <a:spcPct val="107000"/>
              </a:lnSpc>
              <a:buFont typeface="Wingdings" panose="05000000000000000000" pitchFamily="2" charset="2"/>
              <a:buChar char="v"/>
            </a:pPr>
            <a:r>
              <a:rPr lang="en-US" sz="2400" dirty="0">
                <a:effectLst/>
                <a:latin typeface="Times New Roman" panose="02020603050405020304" pitchFamily="18" charset="0"/>
                <a:ea typeface="Calibri" panose="020F0502020204030204" pitchFamily="34" charset="0"/>
                <a:cs typeface="Times New Roman" panose="02020603050405020304" pitchFamily="18" charset="0"/>
              </a:rPr>
              <a:t>To calculate the solar panel and battery sizing</a:t>
            </a:r>
          </a:p>
          <a:p>
            <a:pPr marR="0" lvl="0">
              <a:lnSpc>
                <a:spcPct val="107000"/>
              </a:lnSpc>
              <a:buFont typeface="Wingdings" panose="05000000000000000000" pitchFamily="2" charset="2"/>
              <a:buChar char="v"/>
            </a:pPr>
            <a:r>
              <a:rPr lang="en-US" sz="2400" dirty="0">
                <a:effectLst/>
                <a:latin typeface="Times New Roman" panose="02020603050405020304" pitchFamily="18" charset="0"/>
                <a:ea typeface="Calibri" panose="020F0502020204030204" pitchFamily="34" charset="0"/>
                <a:cs typeface="Times New Roman" panose="02020603050405020304" pitchFamily="18" charset="0"/>
              </a:rPr>
              <a:t>To design and simulate a complete solar power circuit (including solar panel, charge controller, battery, and lighting system) that automatically switches the LED street lights on during dark or low light conditions, incorporating energy-efficient components, such as LEDs and PIR motion sensors, with a switching mechanism (using diodes or transistors).</a:t>
            </a:r>
            <a:endParaRPr lang="en-US" sz="2400" dirty="0">
              <a:latin typeface="Times New Roman" panose="02020603050405020304" pitchFamily="18" charset="0"/>
              <a:ea typeface="Calibri" panose="020F0502020204030204" pitchFamily="34" charset="0"/>
              <a:cs typeface="Times New Roman" panose="02020603050405020304" pitchFamily="18" charset="0"/>
            </a:endParaRPr>
          </a:p>
          <a:p>
            <a:pPr marL="0" marR="0" lvl="0" indent="0">
              <a:lnSpc>
                <a:spcPct val="107000"/>
              </a:lnSpc>
              <a:buNone/>
            </a:pPr>
            <a:r>
              <a:rPr lang="en-US" sz="2400" b="1" dirty="0">
                <a:effectLst/>
                <a:latin typeface="Times New Roman" panose="02020603050405020304" pitchFamily="18" charset="0"/>
                <a:ea typeface="Calibri" panose="020F0502020204030204" pitchFamily="34" charset="0"/>
                <a:cs typeface="Times New Roman" panose="02020603050405020304" pitchFamily="18" charset="0"/>
              </a:rPr>
              <a:t>The goal is to achieve at least a 30% reduction in energy consumption compared to conventional systems without motion detection.</a:t>
            </a:r>
            <a:endParaRPr lang="en-US" sz="2400" dirty="0">
              <a:effectLst/>
              <a:latin typeface="Times New Roman" panose="02020603050405020304" pitchFamily="18" charset="0"/>
              <a:ea typeface="Calibri" panose="020F0502020204030204" pitchFamily="34" charset="0"/>
              <a:cs typeface="Times New Roman" panose="02020603050405020304" pitchFamily="18" charset="0"/>
            </a:endParaRPr>
          </a:p>
          <a:p>
            <a:pPr marL="0" indent="0">
              <a:buNone/>
            </a:pPr>
            <a:endParaRPr lang="en-US"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9771080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BFF41B2-40C6-56FF-F5CE-007606C4A7AB}"/>
              </a:ext>
            </a:extLst>
          </p:cNvPr>
          <p:cNvSpPr>
            <a:spLocks noGrp="1"/>
          </p:cNvSpPr>
          <p:nvPr>
            <p:ph type="title"/>
          </p:nvPr>
        </p:nvSpPr>
        <p:spPr>
          <a:xfrm>
            <a:off x="1218883" y="274637"/>
            <a:ext cx="10360501" cy="334963"/>
          </a:xfrm>
        </p:spPr>
        <p:txBody>
          <a:bodyPr>
            <a:normAutofit fontScale="90000"/>
          </a:bodyPr>
          <a:lstStyle/>
          <a:p>
            <a:r>
              <a:rPr lang="en-US" dirty="0">
                <a:latin typeface="Times New Roman" panose="02020603050405020304" pitchFamily="18" charset="0"/>
                <a:cs typeface="Times New Roman" panose="02020603050405020304" pitchFamily="18" charset="0"/>
              </a:rPr>
              <a:t>METHODOLOGY</a:t>
            </a:r>
          </a:p>
        </p:txBody>
      </p:sp>
      <p:sp>
        <p:nvSpPr>
          <p:cNvPr id="3" name="Content Placeholder 2">
            <a:extLst>
              <a:ext uri="{FF2B5EF4-FFF2-40B4-BE49-F238E27FC236}">
                <a16:creationId xmlns:a16="http://schemas.microsoft.com/office/drawing/2014/main" id="{539A2E90-63EB-AE7B-2D22-C42531729C6E}"/>
              </a:ext>
            </a:extLst>
          </p:cNvPr>
          <p:cNvSpPr>
            <a:spLocks noGrp="1"/>
          </p:cNvSpPr>
          <p:nvPr>
            <p:ph idx="1"/>
          </p:nvPr>
        </p:nvSpPr>
        <p:spPr>
          <a:xfrm>
            <a:off x="1218883" y="533400"/>
            <a:ext cx="10360501" cy="6324600"/>
          </a:xfrm>
        </p:spPr>
        <p:txBody>
          <a:bodyPr>
            <a:noAutofit/>
          </a:bodyPr>
          <a:lstStyle/>
          <a:p>
            <a:pPr marL="0" marR="0" indent="0">
              <a:lnSpc>
                <a:spcPct val="107000"/>
              </a:lnSpc>
              <a:spcAft>
                <a:spcPts val="800"/>
              </a:spcAft>
              <a:buNone/>
            </a:pPr>
            <a:r>
              <a:rPr lang="en-US" sz="2000" dirty="0">
                <a:effectLst/>
                <a:latin typeface="Times New Roman" panose="02020603050405020304" pitchFamily="18" charset="0"/>
                <a:ea typeface="Calibri" panose="020F0502020204030204" pitchFamily="34" charset="0"/>
                <a:cs typeface="Times New Roman" panose="02020603050405020304" pitchFamily="18" charset="0"/>
              </a:rPr>
              <a:t>Before the design and simulation of the street lighting system, the required solar panel size, solar charge controller (Maximum power point tracking)/ BMS (Battery Management system) and battery storage capacity to ensure continuous operation of 12V, 20 Watts, street lightening system for a minimum of 12 hours under low sunlight conditions were calculated.</a:t>
            </a:r>
            <a:endParaRPr lang="en-US" sz="2000" dirty="0">
              <a:effectLst/>
              <a:latin typeface="Calibri" panose="020F0502020204030204" pitchFamily="34" charset="0"/>
              <a:ea typeface="Calibri" panose="020F0502020204030204" pitchFamily="34" charset="0"/>
              <a:cs typeface="Times New Roman" panose="02020603050405020304" pitchFamily="18" charset="0"/>
            </a:endParaRPr>
          </a:p>
          <a:p>
            <a:pPr marL="0" marR="0" indent="0">
              <a:lnSpc>
                <a:spcPct val="107000"/>
              </a:lnSpc>
              <a:spcAft>
                <a:spcPts val="800"/>
              </a:spcAft>
              <a:buNone/>
            </a:pPr>
            <a:r>
              <a:rPr lang="en-US" sz="2000" dirty="0">
                <a:effectLst/>
                <a:latin typeface="Times New Roman" panose="02020603050405020304" pitchFamily="18" charset="0"/>
                <a:ea typeface="Calibri" panose="020F0502020204030204" pitchFamily="34" charset="0"/>
                <a:cs typeface="Times New Roman" panose="02020603050405020304" pitchFamily="18" charset="0"/>
              </a:rPr>
              <a:t>Taking this part of the world as a case study, the number of hours for which street light is needed is less than 12 (worst case scenario is often around 6:30pm – 6:30am or 7:00 pm – 7:00 am i.e. 12 hours). As a result, to minimize cost whilst efficiency in performance is still assured, we shall work with 12 hours in our design, even though that is the minimum requirement.</a:t>
            </a:r>
          </a:p>
          <a:p>
            <a:pPr marL="0" marR="0" indent="0">
              <a:lnSpc>
                <a:spcPct val="107000"/>
              </a:lnSpc>
              <a:spcAft>
                <a:spcPts val="800"/>
              </a:spcAft>
              <a:buNone/>
            </a:pPr>
            <a:r>
              <a:rPr lang="en-US" sz="2000" dirty="0">
                <a:effectLst/>
                <a:latin typeface="Calibri" panose="020F0502020204030204" pitchFamily="34" charset="0"/>
                <a:ea typeface="Calibri" panose="020F0502020204030204" pitchFamily="34" charset="0"/>
                <a:cs typeface="Times New Roman" panose="02020603050405020304" pitchFamily="18" charset="0"/>
              </a:rPr>
              <a:t>After the calculations, the sizes of the key components needed were deduced to be:</a:t>
            </a:r>
          </a:p>
          <a:p>
            <a:pPr>
              <a:lnSpc>
                <a:spcPct val="107000"/>
              </a:lnSpc>
              <a:spcAft>
                <a:spcPts val="800"/>
              </a:spcAft>
            </a:pPr>
            <a:r>
              <a:rPr lang="en-US" sz="2000" dirty="0">
                <a:effectLst/>
                <a:latin typeface="Times New Roman" panose="02020603050405020304" pitchFamily="18" charset="0"/>
                <a:ea typeface="Times New Roman" panose="02020603050405020304" pitchFamily="18" charset="0"/>
              </a:rPr>
              <a:t>150W Solar Panel</a:t>
            </a:r>
          </a:p>
          <a:p>
            <a:pPr>
              <a:lnSpc>
                <a:spcPct val="150000"/>
              </a:lnSpc>
            </a:pPr>
            <a:r>
              <a:rPr lang="en-US" sz="2000" dirty="0">
                <a:effectLst/>
                <a:latin typeface="Times New Roman" panose="02020603050405020304" pitchFamily="18" charset="0"/>
                <a:ea typeface="Times New Roman" panose="02020603050405020304" pitchFamily="18" charset="0"/>
              </a:rPr>
              <a:t>12.5A MPPT Charge controller.</a:t>
            </a:r>
          </a:p>
          <a:p>
            <a:pPr>
              <a:lnSpc>
                <a:spcPct val="150000"/>
              </a:lnSpc>
            </a:pPr>
            <a:r>
              <a:rPr lang="en-US" sz="2000" dirty="0">
                <a:effectLst/>
                <a:latin typeface="Times New Roman" panose="02020603050405020304" pitchFamily="18" charset="0"/>
                <a:ea typeface="Times New Roman" panose="02020603050405020304" pitchFamily="18" charset="0"/>
              </a:rPr>
              <a:t>37.5Ah, 12V lithium-ion battery</a:t>
            </a:r>
          </a:p>
          <a:p>
            <a:pPr>
              <a:lnSpc>
                <a:spcPct val="150000"/>
              </a:lnSpc>
            </a:pPr>
            <a:r>
              <a:rPr lang="en-US" sz="2000" dirty="0">
                <a:effectLst/>
                <a:latin typeface="Times New Roman" panose="02020603050405020304" pitchFamily="18" charset="0"/>
                <a:ea typeface="Times New Roman" panose="02020603050405020304" pitchFamily="18" charset="0"/>
              </a:rPr>
              <a:t>20W LED</a:t>
            </a:r>
          </a:p>
          <a:p>
            <a:pPr marL="0" indent="0">
              <a:buNone/>
            </a:pPr>
            <a:endParaRPr lang="en-US" sz="2000" dirty="0"/>
          </a:p>
        </p:txBody>
      </p:sp>
    </p:spTree>
    <p:extLst>
      <p:ext uri="{BB962C8B-B14F-4D97-AF65-F5344CB8AC3E}">
        <p14:creationId xmlns:p14="http://schemas.microsoft.com/office/powerpoint/2010/main" val="140585013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5561F46-E896-68DA-2BC6-0BA28630A91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334E423-6604-0D24-2458-CB74BA3C96B1}"/>
              </a:ext>
            </a:extLst>
          </p:cNvPr>
          <p:cNvSpPr>
            <a:spLocks noGrp="1"/>
          </p:cNvSpPr>
          <p:nvPr>
            <p:ph type="title"/>
          </p:nvPr>
        </p:nvSpPr>
        <p:spPr>
          <a:xfrm>
            <a:off x="1218883" y="274637"/>
            <a:ext cx="10360501" cy="487363"/>
          </a:xfrm>
        </p:spPr>
        <p:txBody>
          <a:bodyPr>
            <a:normAutofit fontScale="90000"/>
          </a:bodyPr>
          <a:lstStyle/>
          <a:p>
            <a:r>
              <a:rPr lang="en-US" dirty="0"/>
              <a:t>EXPERIMENTAL RESULTS</a:t>
            </a:r>
          </a:p>
        </p:txBody>
      </p:sp>
      <p:sp>
        <p:nvSpPr>
          <p:cNvPr id="3" name="Content Placeholder 2">
            <a:extLst>
              <a:ext uri="{FF2B5EF4-FFF2-40B4-BE49-F238E27FC236}">
                <a16:creationId xmlns:a16="http://schemas.microsoft.com/office/drawing/2014/main" id="{9D5C72A6-2A34-98E5-C248-BC31CE3FF9CA}"/>
              </a:ext>
            </a:extLst>
          </p:cNvPr>
          <p:cNvSpPr>
            <a:spLocks noGrp="1"/>
          </p:cNvSpPr>
          <p:nvPr>
            <p:ph idx="1"/>
          </p:nvPr>
        </p:nvSpPr>
        <p:spPr>
          <a:xfrm>
            <a:off x="1218883" y="762000"/>
            <a:ext cx="10360501" cy="5943599"/>
          </a:xfrm>
        </p:spPr>
        <p:txBody>
          <a:bodyPr/>
          <a:lstStyle/>
          <a:p>
            <a:pPr marL="0" marR="0">
              <a:lnSpc>
                <a:spcPct val="107000"/>
              </a:lnSpc>
              <a:spcAft>
                <a:spcPts val="800"/>
              </a:spcAft>
            </a:pPr>
            <a:r>
              <a:rPr lang="en-US" sz="1800" b="1" dirty="0">
                <a:effectLst/>
                <a:latin typeface="Times New Roman" panose="02020603050405020304" pitchFamily="18" charset="0"/>
                <a:ea typeface="Calibri" panose="020F0502020204030204" pitchFamily="34" charset="0"/>
                <a:cs typeface="Times New Roman" panose="02020603050405020304" pitchFamily="18" charset="0"/>
              </a:rPr>
              <a:t>Case 1: </a:t>
            </a:r>
            <a:r>
              <a:rPr lang="en-US" sz="1800" dirty="0">
                <a:effectLst/>
                <a:latin typeface="Times New Roman" panose="02020603050405020304" pitchFamily="18" charset="0"/>
                <a:ea typeface="Calibri" panose="020F0502020204030204" pitchFamily="34" charset="0"/>
                <a:cs typeface="Times New Roman" panose="02020603050405020304" pitchFamily="18" charset="0"/>
              </a:rPr>
              <a:t>When there is darkness (</a:t>
            </a:r>
            <a:r>
              <a:rPr lang="en-US" sz="1800" dirty="0" err="1">
                <a:effectLst/>
                <a:latin typeface="Times New Roman" panose="02020603050405020304" pitchFamily="18" charset="0"/>
                <a:ea typeface="Calibri" panose="020F0502020204030204" pitchFamily="34" charset="0"/>
                <a:cs typeface="Times New Roman" panose="02020603050405020304" pitchFamily="18" charset="0"/>
              </a:rPr>
              <a:t>R_ldr</a:t>
            </a:r>
            <a:r>
              <a:rPr lang="en-US" sz="1800" dirty="0">
                <a:effectLst/>
                <a:latin typeface="Times New Roman" panose="02020603050405020304" pitchFamily="18" charset="0"/>
                <a:ea typeface="Calibri" panose="020F0502020204030204" pitchFamily="34" charset="0"/>
                <a:cs typeface="Times New Roman" panose="02020603050405020304" pitchFamily="18" charset="0"/>
              </a:rPr>
              <a:t> = 100kilo-ohms) and there is motion (</a:t>
            </a:r>
            <a:r>
              <a:rPr lang="en-US" sz="1800" dirty="0" err="1">
                <a:effectLst/>
                <a:latin typeface="Times New Roman" panose="02020603050405020304" pitchFamily="18" charset="0"/>
                <a:ea typeface="Calibri" panose="020F0502020204030204" pitchFamily="34" charset="0"/>
                <a:cs typeface="Times New Roman" panose="02020603050405020304" pitchFamily="18" charset="0"/>
              </a:rPr>
              <a:t>Vpir</a:t>
            </a:r>
            <a:r>
              <a:rPr lang="en-US" sz="1800" dirty="0">
                <a:effectLst/>
                <a:latin typeface="Times New Roman" panose="02020603050405020304" pitchFamily="18" charset="0"/>
                <a:ea typeface="Calibri" panose="020F0502020204030204" pitchFamily="34" charset="0"/>
                <a:cs typeface="Times New Roman" panose="02020603050405020304" pitchFamily="18" charset="0"/>
              </a:rPr>
              <a:t> = V(n015) = 5V), </a:t>
            </a:r>
            <a:r>
              <a:rPr lang="en-US" sz="1800" b="1" dirty="0" err="1">
                <a:effectLst/>
                <a:latin typeface="Times New Roman" panose="02020603050405020304" pitchFamily="18" charset="0"/>
                <a:ea typeface="Calibri" panose="020F0502020204030204" pitchFamily="34" charset="0"/>
                <a:cs typeface="Times New Roman" panose="02020603050405020304" pitchFamily="18" charset="0"/>
              </a:rPr>
              <a:t>I_led</a:t>
            </a:r>
            <a:r>
              <a:rPr lang="en-US" sz="1800" b="1" dirty="0">
                <a:effectLst/>
                <a:latin typeface="Times New Roman" panose="02020603050405020304" pitchFamily="18" charset="0"/>
                <a:ea typeface="Calibri" panose="020F0502020204030204" pitchFamily="34" charset="0"/>
                <a:cs typeface="Times New Roman" panose="02020603050405020304" pitchFamily="18" charset="0"/>
              </a:rPr>
              <a:t> = 1.667A (LED turns on).</a:t>
            </a:r>
            <a:r>
              <a:rPr lang="en-US" sz="1800" b="1" dirty="0">
                <a:latin typeface="Calibri" panose="020F0502020204030204" pitchFamily="34" charset="0"/>
                <a:ea typeface="Calibri" panose="020F0502020204030204" pitchFamily="34" charset="0"/>
                <a:cs typeface="Times New Roman" panose="02020603050405020304" pitchFamily="18" charset="0"/>
              </a:rPr>
              <a:t> </a:t>
            </a:r>
            <a:r>
              <a:rPr lang="en-US" sz="1800" dirty="0">
                <a:effectLst/>
                <a:latin typeface="Times New Roman" panose="02020603050405020304" pitchFamily="18" charset="0"/>
                <a:ea typeface="Calibri" panose="020F0502020204030204" pitchFamily="34" charset="0"/>
                <a:cs typeface="Times New Roman" panose="02020603050405020304" pitchFamily="18" charset="0"/>
              </a:rPr>
              <a:t>This can be deduced in the transient analysis when time t = 0-1s, 2s-3s, …</a:t>
            </a:r>
            <a:endParaRPr lang="en-US" sz="1800" dirty="0">
              <a:effectLst/>
              <a:latin typeface="Calibri" panose="020F0502020204030204" pitchFamily="34" charset="0"/>
              <a:ea typeface="Calibri" panose="020F0502020204030204" pitchFamily="34" charset="0"/>
              <a:cs typeface="Times New Roman" panose="02020603050405020304" pitchFamily="18" charset="0"/>
            </a:endParaRPr>
          </a:p>
          <a:p>
            <a:pPr marL="0" indent="0">
              <a:buNone/>
            </a:pPr>
            <a:endParaRPr lang="en-US" dirty="0"/>
          </a:p>
        </p:txBody>
      </p:sp>
      <p:pic>
        <p:nvPicPr>
          <p:cNvPr id="6" name="Picture 5">
            <a:extLst>
              <a:ext uri="{FF2B5EF4-FFF2-40B4-BE49-F238E27FC236}">
                <a16:creationId xmlns:a16="http://schemas.microsoft.com/office/drawing/2014/main" id="{9C4703B1-C2DE-F2E8-6A68-BC2BB36EA8D4}"/>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331912" y="1447800"/>
            <a:ext cx="10464592" cy="5172885"/>
          </a:xfrm>
          <a:prstGeom prst="rect">
            <a:avLst/>
          </a:prstGeom>
        </p:spPr>
      </p:pic>
    </p:spTree>
    <p:extLst>
      <p:ext uri="{BB962C8B-B14F-4D97-AF65-F5344CB8AC3E}">
        <p14:creationId xmlns:p14="http://schemas.microsoft.com/office/powerpoint/2010/main" val="84123106"/>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19482EF-2AA5-74E1-C09E-BA7C7227111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24A629E-DDA6-D1DF-597A-7677FBFC1FC3}"/>
              </a:ext>
            </a:extLst>
          </p:cNvPr>
          <p:cNvSpPr>
            <a:spLocks noGrp="1"/>
          </p:cNvSpPr>
          <p:nvPr>
            <p:ph type="title"/>
          </p:nvPr>
        </p:nvSpPr>
        <p:spPr>
          <a:xfrm>
            <a:off x="1218883" y="274637"/>
            <a:ext cx="10360501" cy="487363"/>
          </a:xfrm>
        </p:spPr>
        <p:txBody>
          <a:bodyPr>
            <a:normAutofit fontScale="90000"/>
          </a:bodyPr>
          <a:lstStyle/>
          <a:p>
            <a:r>
              <a:rPr lang="en-US" dirty="0"/>
              <a:t>EXPERIMENTAL RESULTS</a:t>
            </a:r>
          </a:p>
        </p:txBody>
      </p:sp>
      <p:pic>
        <p:nvPicPr>
          <p:cNvPr id="4" name="image10.png">
            <a:extLst>
              <a:ext uri="{FF2B5EF4-FFF2-40B4-BE49-F238E27FC236}">
                <a16:creationId xmlns:a16="http://schemas.microsoft.com/office/drawing/2014/main" id="{E64F283A-1A7E-D931-6240-FF07115F6374}"/>
              </a:ext>
            </a:extLst>
          </p:cNvPr>
          <p:cNvPicPr>
            <a:picLocks noGrp="1"/>
          </p:cNvPicPr>
          <p:nvPr>
            <p:ph idx="1"/>
          </p:nvPr>
        </p:nvPicPr>
        <p:blipFill>
          <a:blip r:embed="rId2" cstate="print">
            <a:extLst>
              <a:ext uri="{28A0092B-C50C-407E-A947-70E740481C1C}">
                <a14:useLocalDpi xmlns:a14="http://schemas.microsoft.com/office/drawing/2010/main" val="0"/>
              </a:ext>
            </a:extLst>
          </a:blip>
          <a:stretch>
            <a:fillRect/>
          </a:stretch>
        </p:blipFill>
        <p:spPr>
          <a:xfrm>
            <a:off x="1219200" y="820043"/>
            <a:ext cx="10360025" cy="5827514"/>
          </a:xfrm>
          <a:prstGeom prst="rect">
            <a:avLst/>
          </a:prstGeom>
          <a:ln/>
        </p:spPr>
      </p:pic>
    </p:spTree>
    <p:extLst>
      <p:ext uri="{BB962C8B-B14F-4D97-AF65-F5344CB8AC3E}">
        <p14:creationId xmlns:p14="http://schemas.microsoft.com/office/powerpoint/2010/main" val="3859333752"/>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E693E32-FC49-42CB-661F-263BD4F67E1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EEABCAE-407C-A437-58EC-2B076C169618}"/>
              </a:ext>
            </a:extLst>
          </p:cNvPr>
          <p:cNvSpPr>
            <a:spLocks noGrp="1"/>
          </p:cNvSpPr>
          <p:nvPr>
            <p:ph type="title"/>
          </p:nvPr>
        </p:nvSpPr>
        <p:spPr>
          <a:xfrm>
            <a:off x="1218883" y="274637"/>
            <a:ext cx="10360501" cy="487363"/>
          </a:xfrm>
        </p:spPr>
        <p:txBody>
          <a:bodyPr>
            <a:normAutofit fontScale="90000"/>
          </a:bodyPr>
          <a:lstStyle/>
          <a:p>
            <a:r>
              <a:rPr lang="en-US" dirty="0"/>
              <a:t>EXPERIMENTAL RESULTS</a:t>
            </a:r>
          </a:p>
        </p:txBody>
      </p:sp>
      <p:sp>
        <p:nvSpPr>
          <p:cNvPr id="3" name="Content Placeholder 2">
            <a:extLst>
              <a:ext uri="{FF2B5EF4-FFF2-40B4-BE49-F238E27FC236}">
                <a16:creationId xmlns:a16="http://schemas.microsoft.com/office/drawing/2014/main" id="{240650FD-9E55-635A-14CD-1BFF04E18CB7}"/>
              </a:ext>
            </a:extLst>
          </p:cNvPr>
          <p:cNvSpPr>
            <a:spLocks noGrp="1"/>
          </p:cNvSpPr>
          <p:nvPr>
            <p:ph idx="1"/>
          </p:nvPr>
        </p:nvSpPr>
        <p:spPr>
          <a:xfrm>
            <a:off x="1218883" y="762000"/>
            <a:ext cx="10360501" cy="5943599"/>
          </a:xfrm>
        </p:spPr>
        <p:txBody>
          <a:bodyPr/>
          <a:lstStyle/>
          <a:p>
            <a:pPr marL="0" marR="0">
              <a:lnSpc>
                <a:spcPct val="107000"/>
              </a:lnSpc>
              <a:spcAft>
                <a:spcPts val="800"/>
              </a:spcAft>
            </a:pPr>
            <a:r>
              <a:rPr lang="en-US" sz="1800" b="1" dirty="0">
                <a:effectLst/>
                <a:latin typeface="Times New Roman" panose="02020603050405020304" pitchFamily="18" charset="0"/>
                <a:ea typeface="Calibri" panose="020F0502020204030204" pitchFamily="34" charset="0"/>
                <a:cs typeface="Times New Roman" panose="02020603050405020304" pitchFamily="18" charset="0"/>
              </a:rPr>
              <a:t>Case 2: </a:t>
            </a:r>
            <a:r>
              <a:rPr lang="en-US" sz="1800" dirty="0">
                <a:effectLst/>
                <a:latin typeface="Times New Roman" panose="02020603050405020304" pitchFamily="18" charset="0"/>
                <a:ea typeface="Calibri" panose="020F0502020204030204" pitchFamily="34" charset="0"/>
                <a:cs typeface="Times New Roman" panose="02020603050405020304" pitchFamily="18" charset="0"/>
              </a:rPr>
              <a:t>When there is no darkness (</a:t>
            </a:r>
            <a:r>
              <a:rPr lang="en-US" sz="1800" dirty="0" err="1">
                <a:effectLst/>
                <a:latin typeface="Times New Roman" panose="02020603050405020304" pitchFamily="18" charset="0"/>
                <a:ea typeface="Calibri" panose="020F0502020204030204" pitchFamily="34" charset="0"/>
                <a:cs typeface="Times New Roman" panose="02020603050405020304" pitchFamily="18" charset="0"/>
              </a:rPr>
              <a:t>R_ldr</a:t>
            </a:r>
            <a:r>
              <a:rPr lang="en-US" sz="1800" dirty="0">
                <a:effectLst/>
                <a:latin typeface="Times New Roman" panose="02020603050405020304" pitchFamily="18" charset="0"/>
                <a:ea typeface="Calibri" panose="020F0502020204030204" pitchFamily="34" charset="0"/>
                <a:cs typeface="Times New Roman" panose="02020603050405020304" pitchFamily="18" charset="0"/>
              </a:rPr>
              <a:t> = 10kilo-ohms) and there is motion (</a:t>
            </a:r>
            <a:r>
              <a:rPr lang="en-US" sz="1800" dirty="0" err="1">
                <a:effectLst/>
                <a:latin typeface="Times New Roman" panose="02020603050405020304" pitchFamily="18" charset="0"/>
                <a:ea typeface="Calibri" panose="020F0502020204030204" pitchFamily="34" charset="0"/>
                <a:cs typeface="Times New Roman" panose="02020603050405020304" pitchFamily="18" charset="0"/>
              </a:rPr>
              <a:t>Vpir</a:t>
            </a:r>
            <a:r>
              <a:rPr lang="en-US" sz="1800" dirty="0">
                <a:effectLst/>
                <a:latin typeface="Times New Roman" panose="02020603050405020304" pitchFamily="18" charset="0"/>
                <a:ea typeface="Calibri" panose="020F0502020204030204" pitchFamily="34" charset="0"/>
                <a:cs typeface="Times New Roman" panose="02020603050405020304" pitchFamily="18" charset="0"/>
              </a:rPr>
              <a:t> = V(n015) = 5V), </a:t>
            </a:r>
            <a:r>
              <a:rPr lang="en-US" sz="1800" b="1" dirty="0" err="1">
                <a:effectLst/>
                <a:latin typeface="Times New Roman" panose="02020603050405020304" pitchFamily="18" charset="0"/>
                <a:ea typeface="Calibri" panose="020F0502020204030204" pitchFamily="34" charset="0"/>
                <a:cs typeface="Times New Roman" panose="02020603050405020304" pitchFamily="18" charset="0"/>
              </a:rPr>
              <a:t>I_led</a:t>
            </a:r>
            <a:r>
              <a:rPr lang="en-US" sz="1800" b="1" dirty="0">
                <a:effectLst/>
                <a:latin typeface="Times New Roman" panose="02020603050405020304" pitchFamily="18" charset="0"/>
                <a:ea typeface="Calibri" panose="020F0502020204030204" pitchFamily="34" charset="0"/>
                <a:cs typeface="Times New Roman" panose="02020603050405020304" pitchFamily="18" charset="0"/>
              </a:rPr>
              <a:t> = 0 (LED is off).</a:t>
            </a:r>
            <a:r>
              <a:rPr lang="en-US" sz="1800" b="1" dirty="0">
                <a:latin typeface="Calibri" panose="020F0502020204030204" pitchFamily="34" charset="0"/>
                <a:ea typeface="Calibri" panose="020F0502020204030204" pitchFamily="34" charset="0"/>
                <a:cs typeface="Times New Roman" panose="02020603050405020304" pitchFamily="18" charset="0"/>
              </a:rPr>
              <a:t> </a:t>
            </a:r>
            <a:r>
              <a:rPr lang="en-US" sz="1800" dirty="0">
                <a:effectLst/>
                <a:latin typeface="Times New Roman" panose="02020603050405020304" pitchFamily="18" charset="0"/>
                <a:ea typeface="Calibri" panose="020F0502020204030204" pitchFamily="34" charset="0"/>
                <a:cs typeface="Times New Roman" panose="02020603050405020304" pitchFamily="18" charset="0"/>
              </a:rPr>
              <a:t>This can be deduced in the transient analysis when time t = 0-1s, 2s-3s, … However, at 1s, 2s, … the current is apparently not just 0A. This is due to the pulse width modulation signal generator used in the MPPT design. The PWM signal generator produces transient currents due to switching effects in the pulse voltage used simulating motion detection.</a:t>
            </a:r>
          </a:p>
          <a:p>
            <a:pPr marL="0" marR="0" indent="0">
              <a:lnSpc>
                <a:spcPct val="107000"/>
              </a:lnSpc>
              <a:spcAft>
                <a:spcPts val="800"/>
              </a:spcAft>
              <a:buNone/>
            </a:pPr>
            <a:endParaRPr lang="en-US" sz="1800" dirty="0">
              <a:effectLst/>
              <a:latin typeface="Calibri" panose="020F0502020204030204" pitchFamily="34" charset="0"/>
              <a:ea typeface="Calibri" panose="020F0502020204030204" pitchFamily="34" charset="0"/>
              <a:cs typeface="Times New Roman" panose="02020603050405020304" pitchFamily="18" charset="0"/>
            </a:endParaRPr>
          </a:p>
          <a:p>
            <a:pPr marL="0" indent="0">
              <a:buNone/>
            </a:pPr>
            <a:endParaRPr lang="en-US" dirty="0"/>
          </a:p>
        </p:txBody>
      </p:sp>
      <p:pic>
        <p:nvPicPr>
          <p:cNvPr id="4" name="image3.png">
            <a:extLst>
              <a:ext uri="{FF2B5EF4-FFF2-40B4-BE49-F238E27FC236}">
                <a16:creationId xmlns:a16="http://schemas.microsoft.com/office/drawing/2014/main" id="{0340662D-B9B0-50AC-FD3B-5343803897D8}"/>
              </a:ext>
            </a:extLst>
          </p:cNvPr>
          <p:cNvPicPr/>
          <p:nvPr/>
        </p:nvPicPr>
        <p:blipFill>
          <a:blip r:embed="rId2" cstate="print">
            <a:extLst>
              <a:ext uri="{28A0092B-C50C-407E-A947-70E740481C1C}">
                <a14:useLocalDpi xmlns:a14="http://schemas.microsoft.com/office/drawing/2010/main" val="0"/>
              </a:ext>
            </a:extLst>
          </a:blip>
          <a:stretch>
            <a:fillRect/>
          </a:stretch>
        </p:blipFill>
        <p:spPr>
          <a:xfrm>
            <a:off x="1370012" y="2362200"/>
            <a:ext cx="10209372" cy="4343399"/>
          </a:xfrm>
          <a:prstGeom prst="rect">
            <a:avLst/>
          </a:prstGeom>
          <a:ln/>
        </p:spPr>
      </p:pic>
    </p:spTree>
    <p:extLst>
      <p:ext uri="{BB962C8B-B14F-4D97-AF65-F5344CB8AC3E}">
        <p14:creationId xmlns:p14="http://schemas.microsoft.com/office/powerpoint/2010/main" val="271192600"/>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1E9277F-9BF4-BB77-6FC3-8B1C8640B88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B95D055-3155-E8C5-F7AF-8F979E027BC9}"/>
              </a:ext>
            </a:extLst>
          </p:cNvPr>
          <p:cNvSpPr>
            <a:spLocks noGrp="1"/>
          </p:cNvSpPr>
          <p:nvPr>
            <p:ph type="title"/>
          </p:nvPr>
        </p:nvSpPr>
        <p:spPr>
          <a:xfrm>
            <a:off x="1218883" y="274637"/>
            <a:ext cx="10360501" cy="487363"/>
          </a:xfrm>
        </p:spPr>
        <p:txBody>
          <a:bodyPr>
            <a:normAutofit fontScale="90000"/>
          </a:bodyPr>
          <a:lstStyle/>
          <a:p>
            <a:r>
              <a:rPr lang="en-US" dirty="0">
                <a:latin typeface="Times New Roman" panose="02020603050405020304" pitchFamily="18" charset="0"/>
                <a:cs typeface="Times New Roman" panose="02020603050405020304" pitchFamily="18" charset="0"/>
              </a:rPr>
              <a:t>EXPERIMENTAL RESULTS</a:t>
            </a:r>
          </a:p>
        </p:txBody>
      </p:sp>
      <p:sp>
        <p:nvSpPr>
          <p:cNvPr id="3" name="Content Placeholder 2">
            <a:extLst>
              <a:ext uri="{FF2B5EF4-FFF2-40B4-BE49-F238E27FC236}">
                <a16:creationId xmlns:a16="http://schemas.microsoft.com/office/drawing/2014/main" id="{B3D1414F-53B2-B300-79C4-06C933675158}"/>
              </a:ext>
            </a:extLst>
          </p:cNvPr>
          <p:cNvSpPr>
            <a:spLocks noGrp="1"/>
          </p:cNvSpPr>
          <p:nvPr>
            <p:ph idx="1"/>
          </p:nvPr>
        </p:nvSpPr>
        <p:spPr>
          <a:xfrm>
            <a:off x="1218883" y="762000"/>
            <a:ext cx="10360501" cy="5943599"/>
          </a:xfrm>
        </p:spPr>
        <p:txBody>
          <a:bodyPr/>
          <a:lstStyle/>
          <a:p>
            <a:pPr marL="0" marR="0">
              <a:lnSpc>
                <a:spcPct val="107000"/>
              </a:lnSpc>
              <a:spcAft>
                <a:spcPts val="800"/>
              </a:spcAft>
            </a:pPr>
            <a:r>
              <a:rPr lang="en-US" sz="1800" b="1" dirty="0">
                <a:effectLst/>
                <a:latin typeface="Times New Roman" panose="02020603050405020304" pitchFamily="18" charset="0"/>
                <a:ea typeface="Calibri" panose="020F0502020204030204" pitchFamily="34" charset="0"/>
                <a:cs typeface="Times New Roman" panose="02020603050405020304" pitchFamily="18" charset="0"/>
              </a:rPr>
              <a:t>Case 3: </a:t>
            </a:r>
            <a:r>
              <a:rPr lang="en-US" sz="1800" dirty="0">
                <a:effectLst/>
                <a:latin typeface="Times New Roman" panose="02020603050405020304" pitchFamily="18" charset="0"/>
                <a:ea typeface="Calibri" panose="020F0502020204030204" pitchFamily="34" charset="0"/>
                <a:cs typeface="Times New Roman" panose="02020603050405020304" pitchFamily="18" charset="0"/>
              </a:rPr>
              <a:t>When there is darkness (</a:t>
            </a:r>
            <a:r>
              <a:rPr lang="en-US" sz="1800" dirty="0" err="1">
                <a:effectLst/>
                <a:latin typeface="Times New Roman" panose="02020603050405020304" pitchFamily="18" charset="0"/>
                <a:ea typeface="Calibri" panose="020F0502020204030204" pitchFamily="34" charset="0"/>
                <a:cs typeface="Times New Roman" panose="02020603050405020304" pitchFamily="18" charset="0"/>
              </a:rPr>
              <a:t>R_ldr</a:t>
            </a:r>
            <a:r>
              <a:rPr lang="en-US" sz="1800" dirty="0">
                <a:effectLst/>
                <a:latin typeface="Times New Roman" panose="02020603050405020304" pitchFamily="18" charset="0"/>
                <a:ea typeface="Calibri" panose="020F0502020204030204" pitchFamily="34" charset="0"/>
                <a:cs typeface="Times New Roman" panose="02020603050405020304" pitchFamily="18" charset="0"/>
              </a:rPr>
              <a:t> = 100kilo-ohms) and there is no motion (</a:t>
            </a:r>
            <a:r>
              <a:rPr lang="en-US" sz="1800" dirty="0" err="1">
                <a:effectLst/>
                <a:latin typeface="Times New Roman" panose="02020603050405020304" pitchFamily="18" charset="0"/>
                <a:ea typeface="Calibri" panose="020F0502020204030204" pitchFamily="34" charset="0"/>
                <a:cs typeface="Times New Roman" panose="02020603050405020304" pitchFamily="18" charset="0"/>
              </a:rPr>
              <a:t>Vpir</a:t>
            </a:r>
            <a:r>
              <a:rPr lang="en-US" sz="1800" dirty="0">
                <a:effectLst/>
                <a:latin typeface="Times New Roman" panose="02020603050405020304" pitchFamily="18" charset="0"/>
                <a:ea typeface="Calibri" panose="020F0502020204030204" pitchFamily="34" charset="0"/>
                <a:cs typeface="Times New Roman" panose="02020603050405020304" pitchFamily="18" charset="0"/>
              </a:rPr>
              <a:t> = V(n015) = 0), </a:t>
            </a:r>
            <a:r>
              <a:rPr lang="en-US" sz="1800" b="1" dirty="0" err="1">
                <a:effectLst/>
                <a:latin typeface="Times New Roman" panose="02020603050405020304" pitchFamily="18" charset="0"/>
                <a:ea typeface="Calibri" panose="020F0502020204030204" pitchFamily="34" charset="0"/>
                <a:cs typeface="Times New Roman" panose="02020603050405020304" pitchFamily="18" charset="0"/>
              </a:rPr>
              <a:t>I_led</a:t>
            </a:r>
            <a:r>
              <a:rPr lang="en-US" sz="1800" b="1" dirty="0">
                <a:effectLst/>
                <a:latin typeface="Times New Roman" panose="02020603050405020304" pitchFamily="18" charset="0"/>
                <a:ea typeface="Calibri" panose="020F0502020204030204" pitchFamily="34" charset="0"/>
                <a:cs typeface="Times New Roman" panose="02020603050405020304" pitchFamily="18" charset="0"/>
              </a:rPr>
              <a:t> = 0 (LED is off).</a:t>
            </a:r>
            <a:r>
              <a:rPr lang="en-US" sz="1800" b="1" dirty="0">
                <a:latin typeface="Calibri" panose="020F0502020204030204" pitchFamily="34" charset="0"/>
                <a:ea typeface="Calibri" panose="020F0502020204030204" pitchFamily="34" charset="0"/>
                <a:cs typeface="Times New Roman" panose="02020603050405020304" pitchFamily="18" charset="0"/>
              </a:rPr>
              <a:t> </a:t>
            </a:r>
            <a:r>
              <a:rPr lang="en-US" sz="1800" dirty="0">
                <a:effectLst/>
                <a:latin typeface="Times New Roman" panose="02020603050405020304" pitchFamily="18" charset="0"/>
                <a:ea typeface="Calibri" panose="020F0502020204030204" pitchFamily="34" charset="0"/>
                <a:cs typeface="Times New Roman" panose="02020603050405020304" pitchFamily="18" charset="0"/>
              </a:rPr>
              <a:t>This can be deduced in the transient analysis when time t = 1s-2s, 3s-4s, …</a:t>
            </a:r>
          </a:p>
          <a:p>
            <a:pPr marL="0" marR="0" indent="0">
              <a:lnSpc>
                <a:spcPct val="107000"/>
              </a:lnSpc>
              <a:spcAft>
                <a:spcPts val="800"/>
              </a:spcAft>
              <a:buNone/>
            </a:pPr>
            <a:endParaRPr lang="en-US" sz="1800" dirty="0">
              <a:effectLst/>
              <a:latin typeface="Calibri" panose="020F0502020204030204" pitchFamily="34" charset="0"/>
              <a:ea typeface="Calibri" panose="020F0502020204030204" pitchFamily="34" charset="0"/>
              <a:cs typeface="Times New Roman" panose="02020603050405020304" pitchFamily="18" charset="0"/>
            </a:endParaRPr>
          </a:p>
        </p:txBody>
      </p:sp>
      <p:pic>
        <p:nvPicPr>
          <p:cNvPr id="4" name="image9.png">
            <a:extLst>
              <a:ext uri="{FF2B5EF4-FFF2-40B4-BE49-F238E27FC236}">
                <a16:creationId xmlns:a16="http://schemas.microsoft.com/office/drawing/2014/main" id="{8468B832-6751-9FC3-0AD8-19AA31F53AB1}"/>
              </a:ext>
            </a:extLst>
          </p:cNvPr>
          <p:cNvPicPr/>
          <p:nvPr/>
        </p:nvPicPr>
        <p:blipFill>
          <a:blip r:embed="rId2" cstate="print">
            <a:extLst>
              <a:ext uri="{28A0092B-C50C-407E-A947-70E740481C1C}">
                <a14:useLocalDpi xmlns:a14="http://schemas.microsoft.com/office/drawing/2010/main" val="0"/>
              </a:ext>
            </a:extLst>
          </a:blip>
          <a:stretch>
            <a:fillRect/>
          </a:stretch>
        </p:blipFill>
        <p:spPr>
          <a:xfrm>
            <a:off x="1370012" y="1758949"/>
            <a:ext cx="9906000" cy="4824414"/>
          </a:xfrm>
          <a:prstGeom prst="rect">
            <a:avLst/>
          </a:prstGeom>
          <a:ln/>
        </p:spPr>
      </p:pic>
    </p:spTree>
    <p:extLst>
      <p:ext uri="{BB962C8B-B14F-4D97-AF65-F5344CB8AC3E}">
        <p14:creationId xmlns:p14="http://schemas.microsoft.com/office/powerpoint/2010/main" val="549823191"/>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82BA05D-99B0-1573-4718-994D3710C3C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9502A58-BF88-2F81-887D-B87285CC5496}"/>
              </a:ext>
            </a:extLst>
          </p:cNvPr>
          <p:cNvSpPr>
            <a:spLocks noGrp="1"/>
          </p:cNvSpPr>
          <p:nvPr>
            <p:ph type="title"/>
          </p:nvPr>
        </p:nvSpPr>
        <p:spPr>
          <a:xfrm>
            <a:off x="1218883" y="274637"/>
            <a:ext cx="10360501" cy="487363"/>
          </a:xfrm>
        </p:spPr>
        <p:txBody>
          <a:bodyPr>
            <a:normAutofit fontScale="90000"/>
          </a:bodyPr>
          <a:lstStyle/>
          <a:p>
            <a:r>
              <a:rPr lang="en-US" dirty="0">
                <a:latin typeface="Times New Roman" panose="02020603050405020304" pitchFamily="18" charset="0"/>
                <a:cs typeface="Times New Roman" panose="02020603050405020304" pitchFamily="18" charset="0"/>
              </a:rPr>
              <a:t>EXPERIMENTAL RESULTS</a:t>
            </a:r>
          </a:p>
        </p:txBody>
      </p:sp>
      <p:sp>
        <p:nvSpPr>
          <p:cNvPr id="3" name="Content Placeholder 2">
            <a:extLst>
              <a:ext uri="{FF2B5EF4-FFF2-40B4-BE49-F238E27FC236}">
                <a16:creationId xmlns:a16="http://schemas.microsoft.com/office/drawing/2014/main" id="{6D54F56D-E68C-7CF8-9943-5B7511FD0551}"/>
              </a:ext>
            </a:extLst>
          </p:cNvPr>
          <p:cNvSpPr>
            <a:spLocks noGrp="1"/>
          </p:cNvSpPr>
          <p:nvPr>
            <p:ph idx="1"/>
          </p:nvPr>
        </p:nvSpPr>
        <p:spPr>
          <a:xfrm>
            <a:off x="1218883" y="762000"/>
            <a:ext cx="10360501" cy="5943599"/>
          </a:xfrm>
        </p:spPr>
        <p:txBody>
          <a:bodyPr/>
          <a:lstStyle/>
          <a:p>
            <a:pPr marL="0" marR="0">
              <a:lnSpc>
                <a:spcPct val="107000"/>
              </a:lnSpc>
              <a:spcAft>
                <a:spcPts val="800"/>
              </a:spcAft>
            </a:pPr>
            <a:r>
              <a:rPr lang="en-US" sz="1800" dirty="0">
                <a:effectLst/>
                <a:latin typeface="Times New Roman" panose="02020603050405020304" pitchFamily="18" charset="0"/>
                <a:ea typeface="Calibri" panose="020F0502020204030204" pitchFamily="34" charset="0"/>
                <a:cs typeface="Times New Roman" panose="02020603050405020304" pitchFamily="18" charset="0"/>
              </a:rPr>
              <a:t> </a:t>
            </a:r>
            <a:r>
              <a:rPr lang="en-US" sz="1800" b="1" dirty="0">
                <a:effectLst/>
                <a:latin typeface="Times New Roman" panose="02020603050405020304" pitchFamily="18" charset="0"/>
                <a:ea typeface="Calibri" panose="020F0502020204030204" pitchFamily="34" charset="0"/>
                <a:cs typeface="Times New Roman" panose="02020603050405020304" pitchFamily="18" charset="0"/>
              </a:rPr>
              <a:t>Case 4: </a:t>
            </a:r>
            <a:r>
              <a:rPr lang="en-US" sz="1800" dirty="0">
                <a:effectLst/>
                <a:latin typeface="Times New Roman" panose="02020603050405020304" pitchFamily="18" charset="0"/>
                <a:ea typeface="Calibri" panose="020F0502020204030204" pitchFamily="34" charset="0"/>
                <a:cs typeface="Times New Roman" panose="02020603050405020304" pitchFamily="18" charset="0"/>
              </a:rPr>
              <a:t>When there is no darkness (</a:t>
            </a:r>
            <a:r>
              <a:rPr lang="en-US" sz="1800" dirty="0" err="1">
                <a:effectLst/>
                <a:latin typeface="Times New Roman" panose="02020603050405020304" pitchFamily="18" charset="0"/>
                <a:ea typeface="Calibri" panose="020F0502020204030204" pitchFamily="34" charset="0"/>
                <a:cs typeface="Times New Roman" panose="02020603050405020304" pitchFamily="18" charset="0"/>
              </a:rPr>
              <a:t>R_ldr</a:t>
            </a:r>
            <a:r>
              <a:rPr lang="en-US" sz="1800" dirty="0">
                <a:effectLst/>
                <a:latin typeface="Times New Roman" panose="02020603050405020304" pitchFamily="18" charset="0"/>
                <a:ea typeface="Calibri" panose="020F0502020204030204" pitchFamily="34" charset="0"/>
                <a:cs typeface="Times New Roman" panose="02020603050405020304" pitchFamily="18" charset="0"/>
              </a:rPr>
              <a:t> = 10kilo-ohms) and there is no motion (</a:t>
            </a:r>
            <a:r>
              <a:rPr lang="en-US" sz="1800" dirty="0" err="1">
                <a:effectLst/>
                <a:latin typeface="Times New Roman" panose="02020603050405020304" pitchFamily="18" charset="0"/>
                <a:ea typeface="Calibri" panose="020F0502020204030204" pitchFamily="34" charset="0"/>
                <a:cs typeface="Times New Roman" panose="02020603050405020304" pitchFamily="18" charset="0"/>
              </a:rPr>
              <a:t>Vpir</a:t>
            </a:r>
            <a:r>
              <a:rPr lang="en-US" sz="1800" dirty="0">
                <a:effectLst/>
                <a:latin typeface="Times New Roman" panose="02020603050405020304" pitchFamily="18" charset="0"/>
                <a:ea typeface="Calibri" panose="020F0502020204030204" pitchFamily="34" charset="0"/>
                <a:cs typeface="Times New Roman" panose="02020603050405020304" pitchFamily="18" charset="0"/>
              </a:rPr>
              <a:t> = V(n015) = 0), </a:t>
            </a:r>
            <a:r>
              <a:rPr lang="en-US" sz="1800" b="1" dirty="0" err="1">
                <a:effectLst/>
                <a:latin typeface="Times New Roman" panose="02020603050405020304" pitchFamily="18" charset="0"/>
                <a:ea typeface="Calibri" panose="020F0502020204030204" pitchFamily="34" charset="0"/>
                <a:cs typeface="Times New Roman" panose="02020603050405020304" pitchFamily="18" charset="0"/>
              </a:rPr>
              <a:t>I_led</a:t>
            </a:r>
            <a:r>
              <a:rPr lang="en-US" sz="1800" b="1" dirty="0">
                <a:effectLst/>
                <a:latin typeface="Times New Roman" panose="02020603050405020304" pitchFamily="18" charset="0"/>
                <a:ea typeface="Calibri" panose="020F0502020204030204" pitchFamily="34" charset="0"/>
                <a:cs typeface="Times New Roman" panose="02020603050405020304" pitchFamily="18" charset="0"/>
              </a:rPr>
              <a:t> = 0 (LED is off).</a:t>
            </a:r>
            <a:endParaRPr lang="en-US" sz="1800" dirty="0">
              <a:effectLst/>
              <a:latin typeface="Calibri" panose="020F0502020204030204" pitchFamily="34" charset="0"/>
              <a:ea typeface="Calibri" panose="020F0502020204030204" pitchFamily="34" charset="0"/>
              <a:cs typeface="Times New Roman" panose="02020603050405020304" pitchFamily="18" charset="0"/>
            </a:endParaRPr>
          </a:p>
          <a:p>
            <a:pPr marL="0" marR="0" indent="0">
              <a:lnSpc>
                <a:spcPct val="107000"/>
              </a:lnSpc>
              <a:spcAft>
                <a:spcPts val="800"/>
              </a:spcAft>
              <a:buNone/>
            </a:pPr>
            <a:r>
              <a:rPr lang="en-US" sz="1800" dirty="0">
                <a:effectLst/>
                <a:latin typeface="Times New Roman" panose="02020603050405020304" pitchFamily="18" charset="0"/>
                <a:ea typeface="Calibri" panose="020F0502020204030204" pitchFamily="34" charset="0"/>
                <a:cs typeface="Times New Roman" panose="02020603050405020304" pitchFamily="18" charset="0"/>
              </a:rPr>
              <a:t>This can be deduced in the transient analysis when time t = 1s-2s, 3s-4s, … Though, at 1s, 2s, …, as stated in Case 2, the current is apparently not just 0A. This is due to the pulse width modulation signal generator used in the MPPT design. The PWM signal generator produces transient currents due to switching effects in the pulse voltage used simulating motion detection.</a:t>
            </a:r>
            <a:endParaRPr lang="en-US" sz="1800" dirty="0">
              <a:effectLst/>
              <a:latin typeface="Calibri" panose="020F0502020204030204" pitchFamily="34" charset="0"/>
              <a:ea typeface="Calibri" panose="020F0502020204030204" pitchFamily="34" charset="0"/>
              <a:cs typeface="Times New Roman" panose="02020603050405020304" pitchFamily="18" charset="0"/>
            </a:endParaRPr>
          </a:p>
          <a:p>
            <a:pPr marL="0" indent="0">
              <a:buNone/>
            </a:pPr>
            <a:endParaRPr lang="en-US" dirty="0">
              <a:latin typeface="Times New Roman" panose="02020603050405020304" pitchFamily="18" charset="0"/>
              <a:cs typeface="Times New Roman" panose="02020603050405020304" pitchFamily="18" charset="0"/>
            </a:endParaRPr>
          </a:p>
        </p:txBody>
      </p:sp>
      <p:pic>
        <p:nvPicPr>
          <p:cNvPr id="4" name="image6.png">
            <a:extLst>
              <a:ext uri="{FF2B5EF4-FFF2-40B4-BE49-F238E27FC236}">
                <a16:creationId xmlns:a16="http://schemas.microsoft.com/office/drawing/2014/main" id="{C6DC2BEA-B1F9-5110-0438-EE9211138523}"/>
              </a:ext>
            </a:extLst>
          </p:cNvPr>
          <p:cNvPicPr/>
          <p:nvPr/>
        </p:nvPicPr>
        <p:blipFill>
          <a:blip r:embed="rId2" cstate="print">
            <a:extLst>
              <a:ext uri="{28A0092B-C50C-407E-A947-70E740481C1C}">
                <a14:useLocalDpi xmlns:a14="http://schemas.microsoft.com/office/drawing/2010/main" val="0"/>
              </a:ext>
            </a:extLst>
          </a:blip>
          <a:stretch>
            <a:fillRect/>
          </a:stretch>
        </p:blipFill>
        <p:spPr>
          <a:xfrm>
            <a:off x="1370012" y="3047999"/>
            <a:ext cx="10209372" cy="3657600"/>
          </a:xfrm>
          <a:prstGeom prst="rect">
            <a:avLst/>
          </a:prstGeom>
          <a:ln/>
        </p:spPr>
      </p:pic>
    </p:spTree>
    <p:extLst>
      <p:ext uri="{BB962C8B-B14F-4D97-AF65-F5344CB8AC3E}">
        <p14:creationId xmlns:p14="http://schemas.microsoft.com/office/powerpoint/2010/main" val="367093795"/>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455EA21-367A-98FB-1816-2FC3925FAE3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2C07DC9-2B36-4D68-39F2-FF180E08A2CD}"/>
              </a:ext>
            </a:extLst>
          </p:cNvPr>
          <p:cNvSpPr>
            <a:spLocks noGrp="1"/>
          </p:cNvSpPr>
          <p:nvPr>
            <p:ph type="title"/>
          </p:nvPr>
        </p:nvSpPr>
        <p:spPr>
          <a:xfrm>
            <a:off x="1218883" y="274637"/>
            <a:ext cx="10360501" cy="563563"/>
          </a:xfrm>
        </p:spPr>
        <p:txBody>
          <a:bodyPr>
            <a:normAutofit fontScale="90000"/>
          </a:bodyPr>
          <a:lstStyle/>
          <a:p>
            <a:r>
              <a:rPr lang="en-US" dirty="0">
                <a:latin typeface="Times New Roman" panose="02020603050405020304" pitchFamily="18" charset="0"/>
                <a:cs typeface="Times New Roman" panose="02020603050405020304" pitchFamily="18" charset="0"/>
              </a:rPr>
              <a:t>DEDUCTIONS</a:t>
            </a:r>
          </a:p>
        </p:txBody>
      </p:sp>
      <p:sp>
        <p:nvSpPr>
          <p:cNvPr id="3" name="Content Placeholder 2">
            <a:extLst>
              <a:ext uri="{FF2B5EF4-FFF2-40B4-BE49-F238E27FC236}">
                <a16:creationId xmlns:a16="http://schemas.microsoft.com/office/drawing/2014/main" id="{AFA52B5C-BDFA-8BC4-FCF4-94EF33105BC7}"/>
              </a:ext>
            </a:extLst>
          </p:cNvPr>
          <p:cNvSpPr>
            <a:spLocks noGrp="1"/>
          </p:cNvSpPr>
          <p:nvPr>
            <p:ph idx="1"/>
          </p:nvPr>
        </p:nvSpPr>
        <p:spPr>
          <a:xfrm>
            <a:off x="1218883" y="838200"/>
            <a:ext cx="10360501" cy="5867400"/>
          </a:xfrm>
        </p:spPr>
        <p:txBody>
          <a:bodyPr>
            <a:noAutofit/>
          </a:bodyPr>
          <a:lstStyle/>
          <a:p>
            <a:pPr marL="0" marR="0" indent="0">
              <a:lnSpc>
                <a:spcPct val="107000"/>
              </a:lnSpc>
              <a:spcAft>
                <a:spcPts val="800"/>
              </a:spcAft>
              <a:buNone/>
            </a:pPr>
            <a:r>
              <a:rPr lang="en-US" sz="2000" dirty="0">
                <a:effectLst/>
                <a:latin typeface="Times New Roman" panose="02020603050405020304" pitchFamily="18" charset="0"/>
                <a:ea typeface="Calibri" panose="020F0502020204030204" pitchFamily="34" charset="0"/>
                <a:cs typeface="Times New Roman" panose="02020603050405020304" pitchFamily="18" charset="0"/>
              </a:rPr>
              <a:t>The ratio of night commuters to daylight commuters even in demanding times is less than 1:2. Taking 12 hours of daylight and 12 hours of night time for instance; without motion detection, the streetlight system will work throughout the night for 12 hours, while with the integration of motion detection into the system, the streetlight works for about 6-7 hours per night. This means that in our design where the use of motion detection is leveraged on, we were able to achieve the goal of a minimum of 30% reduction in energy consumption compared to conventional systems without motion detection.</a:t>
            </a:r>
          </a:p>
          <a:p>
            <a:pPr marL="0" marR="0" indent="0">
              <a:lnSpc>
                <a:spcPct val="107000"/>
              </a:lnSpc>
              <a:spcAft>
                <a:spcPts val="800"/>
              </a:spcAft>
              <a:buNone/>
            </a:pPr>
            <a:r>
              <a:rPr lang="en-US" sz="2000" dirty="0">
                <a:effectLst/>
                <a:latin typeface="Times New Roman" panose="02020603050405020304" pitchFamily="18" charset="0"/>
                <a:ea typeface="Calibri" panose="020F0502020204030204" pitchFamily="34" charset="0"/>
                <a:cs typeface="Times New Roman" panose="02020603050405020304" pitchFamily="18" charset="0"/>
              </a:rPr>
              <a:t>In addition, we have been able to verify that our design is correct, owing to the fact that the efficiency of an LED is typically around 30-40%. For our design, as shown at the bottom left of the image attached to case 1 in the experiment results, the power being dissipated by the LED is 7.18W, whereas, the LED is a 20W LED. This means that despite consuming 20W power, the LED is only able to give out 7.18W which is 36% of the power consumed. This conforms with the 30-40% efficiency range expected of LEDs.</a:t>
            </a:r>
          </a:p>
        </p:txBody>
      </p:sp>
    </p:spTree>
    <p:extLst>
      <p:ext uri="{BB962C8B-B14F-4D97-AF65-F5344CB8AC3E}">
        <p14:creationId xmlns:p14="http://schemas.microsoft.com/office/powerpoint/2010/main" val="1903013489"/>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62D2CDD-8E66-668D-9DC7-0F0E2990BBC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01E0300-EA2F-102F-8221-8F4FC2574FBE}"/>
              </a:ext>
            </a:extLst>
          </p:cNvPr>
          <p:cNvSpPr>
            <a:spLocks noGrp="1"/>
          </p:cNvSpPr>
          <p:nvPr>
            <p:ph type="title"/>
          </p:nvPr>
        </p:nvSpPr>
        <p:spPr>
          <a:xfrm>
            <a:off x="1218883" y="274637"/>
            <a:ext cx="10360501" cy="563563"/>
          </a:xfrm>
        </p:spPr>
        <p:txBody>
          <a:bodyPr>
            <a:normAutofit fontScale="90000"/>
          </a:bodyPr>
          <a:lstStyle/>
          <a:p>
            <a:r>
              <a:rPr lang="en-US" dirty="0">
                <a:latin typeface="Times New Roman" panose="02020603050405020304" pitchFamily="18" charset="0"/>
                <a:cs typeface="Times New Roman" panose="02020603050405020304" pitchFamily="18" charset="0"/>
              </a:rPr>
              <a:t>CONCLUSION</a:t>
            </a:r>
          </a:p>
        </p:txBody>
      </p:sp>
      <p:sp>
        <p:nvSpPr>
          <p:cNvPr id="3" name="Content Placeholder 2">
            <a:extLst>
              <a:ext uri="{FF2B5EF4-FFF2-40B4-BE49-F238E27FC236}">
                <a16:creationId xmlns:a16="http://schemas.microsoft.com/office/drawing/2014/main" id="{98501644-BBC4-D5DA-EF8D-9C34E6002EDD}"/>
              </a:ext>
            </a:extLst>
          </p:cNvPr>
          <p:cNvSpPr>
            <a:spLocks noGrp="1"/>
          </p:cNvSpPr>
          <p:nvPr>
            <p:ph idx="1"/>
          </p:nvPr>
        </p:nvSpPr>
        <p:spPr>
          <a:xfrm>
            <a:off x="1218883" y="1219200"/>
            <a:ext cx="10360501" cy="5486400"/>
          </a:xfrm>
        </p:spPr>
        <p:txBody>
          <a:bodyPr>
            <a:normAutofit/>
          </a:bodyPr>
          <a:lstStyle/>
          <a:p>
            <a:pPr marL="0" marR="0" indent="0">
              <a:lnSpc>
                <a:spcPct val="107000"/>
              </a:lnSpc>
              <a:spcAft>
                <a:spcPts val="800"/>
              </a:spcAft>
              <a:buNone/>
            </a:pPr>
            <a:r>
              <a:rPr lang="en-US" sz="2000" dirty="0">
                <a:effectLst/>
                <a:latin typeface="Times New Roman" panose="02020603050405020304" pitchFamily="18" charset="0"/>
                <a:ea typeface="Calibri" panose="020F0502020204030204" pitchFamily="34" charset="0"/>
                <a:cs typeface="Times New Roman" panose="02020603050405020304" pitchFamily="18" charset="0"/>
              </a:rPr>
              <a:t>With this project, we are able to implement a system that combines PIR (Passive Infrared) sensor and LDR (Light-Dependent Resistor) to power a solar street light based on both the ambient light levels and detected motion. This integration allows for a control mechanism where the street light responds dynamically to changes in both lighting conditions and the presence of motion. The combined operation of these sensors not only enhances the efficiency of the lighting system but also showcases a practical application of sensor technology for responsive, adaptive illumination, and energy-saving capacity.</a:t>
            </a:r>
          </a:p>
          <a:p>
            <a:pPr marL="0" indent="0">
              <a:buNone/>
            </a:pPr>
            <a:r>
              <a:rPr lang="en-US" sz="2000" dirty="0">
                <a:latin typeface="Times New Roman" panose="02020603050405020304" pitchFamily="18" charset="0"/>
                <a:cs typeface="Times New Roman" panose="02020603050405020304" pitchFamily="18" charset="0"/>
              </a:rPr>
              <a:t>Most importantly, with this design and simulation, we have achieved our goal of </a:t>
            </a:r>
            <a:r>
              <a:rPr lang="en-US" sz="2000" dirty="0">
                <a:effectLst/>
                <a:latin typeface="Times New Roman" panose="02020603050405020304" pitchFamily="18" charset="0"/>
                <a:ea typeface="Calibri" panose="020F0502020204030204" pitchFamily="34" charset="0"/>
                <a:cs typeface="Times New Roman" panose="02020603050405020304" pitchFamily="18" charset="0"/>
              </a:rPr>
              <a:t>a minimum of 30% reduction in energy consumption compared to conventional systems without motion detection.</a:t>
            </a:r>
            <a:endParaRPr lang="en-US" sz="20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025173124"/>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4000" i="1" dirty="0"/>
              <a:t>THANK YOU.</a:t>
            </a:r>
          </a:p>
        </p:txBody>
      </p:sp>
    </p:spTree>
    <p:extLst>
      <p:ext uri="{BB962C8B-B14F-4D97-AF65-F5344CB8AC3E}">
        <p14:creationId xmlns:p14="http://schemas.microsoft.com/office/powerpoint/2010/main" val="231904698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theme/theme1.xml><?xml version="1.0" encoding="utf-8"?>
<a:theme xmlns:a="http://schemas.openxmlformats.org/drawingml/2006/main" name="Tech 16x9">
  <a:themeElements>
    <a:clrScheme name="Tech_16x9">
      <a:dk1>
        <a:sysClr val="windowText" lastClr="000000"/>
      </a:dk1>
      <a:lt1>
        <a:sysClr val="window" lastClr="FFFFFF"/>
      </a:lt1>
      <a:dk2>
        <a:srgbClr val="192A52"/>
      </a:dk2>
      <a:lt2>
        <a:srgbClr val="C0C0C0"/>
      </a:lt2>
      <a:accent1>
        <a:srgbClr val="009999"/>
      </a:accent1>
      <a:accent2>
        <a:srgbClr val="E98915"/>
      </a:accent2>
      <a:accent3>
        <a:srgbClr val="A419A7"/>
      </a:accent3>
      <a:accent4>
        <a:srgbClr val="AFC34D"/>
      </a:accent4>
      <a:accent5>
        <a:srgbClr val="E5572B"/>
      </a:accent5>
      <a:accent6>
        <a:srgbClr val="6868C4"/>
      </a:accent6>
      <a:hlink>
        <a:srgbClr val="009999"/>
      </a:hlink>
      <a:folHlink>
        <a:srgbClr val="7F7F7F"/>
      </a:folHlink>
    </a:clrScheme>
    <a:fontScheme name="Calibri">
      <a:majorFont>
        <a:latin typeface="Calibri"/>
        <a:ea typeface=""/>
        <a:cs typeface=""/>
        <a:font script="Jpan" typeface="ＭＳ ゴシック"/>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alibri"/>
        <a:ea typeface=""/>
        <a:cs typeface=""/>
        <a:font script="Jpan" typeface="ＭＳ ゴシック"/>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font script="Geor" typeface="Sylfaen"/>
      </a:minorFont>
    </a:fontScheme>
    <a:fmtScheme name="Tech_16x9">
      <a:fillStyleLst>
        <a:solidFill>
          <a:schemeClr val="phClr"/>
        </a:solidFill>
        <a:gradFill rotWithShape="1">
          <a:gsLst>
            <a:gs pos="0">
              <a:schemeClr val="phClr">
                <a:tint val="20000"/>
                <a:satMod val="180000"/>
                <a:lumMod val="98000"/>
              </a:schemeClr>
            </a:gs>
            <a:gs pos="40000">
              <a:schemeClr val="phClr">
                <a:tint val="30000"/>
                <a:satMod val="260000"/>
                <a:lumMod val="84000"/>
              </a:schemeClr>
            </a:gs>
            <a:gs pos="100000">
              <a:schemeClr val="phClr">
                <a:tint val="100000"/>
                <a:satMod val="110000"/>
              </a:schemeClr>
            </a:gs>
          </a:gsLst>
          <a:lin ang="5040000" scaled="1"/>
        </a:gradFill>
        <a:gradFill rotWithShape="1">
          <a:gsLst>
            <a:gs pos="0">
              <a:schemeClr val="phClr">
                <a:shade val="15000"/>
                <a:satMod val="180000"/>
              </a:schemeClr>
            </a:gs>
            <a:gs pos="50000">
              <a:schemeClr val="phClr">
                <a:shade val="45000"/>
                <a:satMod val="170000"/>
              </a:schemeClr>
            </a:gs>
            <a:gs pos="70000">
              <a:schemeClr val="phClr">
                <a:tint val="99000"/>
                <a:shade val="65000"/>
                <a:satMod val="155000"/>
              </a:schemeClr>
            </a:gs>
            <a:gs pos="100000">
              <a:schemeClr val="phClr">
                <a:tint val="100000"/>
                <a:shade val="100000"/>
                <a:satMod val="155000"/>
              </a:schemeClr>
            </a:gs>
          </a:gsLst>
          <a:lin ang="16200000" scaled="0"/>
        </a:gradFill>
      </a:fillStyleLst>
      <a:lnStyleLst>
        <a:ln w="9525" cap="flat" cmpd="sng" algn="ctr">
          <a:solidFill>
            <a:schemeClr val="phClr"/>
          </a:solidFill>
          <a:miter lim="800000"/>
        </a:ln>
        <a:ln w="25400" cap="flat" cmpd="sng" algn="ctr">
          <a:solidFill>
            <a:schemeClr val="phClr"/>
          </a:solidFill>
          <a:miter lim="800000"/>
        </a:ln>
        <a:ln w="38100" cap="flat" cmpd="sng" algn="ctr">
          <a:solidFill>
            <a:schemeClr val="phClr"/>
          </a:solidFill>
          <a:miter lim="800000"/>
        </a:ln>
      </a:lnStyleLst>
      <a:effectStyleLst>
        <a:effectStyle>
          <a:effectLst/>
        </a:effectStyle>
        <a:effectStyle>
          <a:effectLst>
            <a:outerShdw blurRad="38100" dist="25400" dir="2700000" algn="br" rotWithShape="0">
              <a:srgbClr val="000000">
                <a:alpha val="60000"/>
              </a:srgbClr>
            </a:outerShdw>
          </a:effectLst>
        </a:effectStyle>
        <a:effectStyle>
          <a:effectLst>
            <a:outerShdw blurRad="38100" dist="25400" dir="2700000" algn="br" rotWithShape="0">
              <a:srgbClr val="000000">
                <a:alpha val="60000"/>
              </a:srgbClr>
            </a:outerShdw>
          </a:effectLst>
          <a:scene3d>
            <a:camera prst="orthographicFront">
              <a:rot lat="0" lon="0" rev="0"/>
            </a:camera>
            <a:lightRig rig="balanced" dir="t">
              <a:rot lat="0" lon="0" rev="5100000"/>
            </a:lightRig>
          </a:scene3d>
          <a:sp3d contourW="6350">
            <a:bevelT w="29210" h="12700"/>
            <a:contourClr>
              <a:schemeClr val="phClr">
                <a:satMod val="300000"/>
              </a:schemeClr>
            </a:contourClr>
          </a:sp3d>
        </a:effectStyle>
      </a:effectStyleLst>
      <a:bgFillStyleLst>
        <a:solidFill>
          <a:schemeClr val="phClr"/>
        </a:solidFill>
        <a:gradFill rotWithShape="1">
          <a:gsLst>
            <a:gs pos="0">
              <a:schemeClr val="phClr">
                <a:tint val="100000"/>
                <a:shade val="0"/>
                <a:satMod val="100000"/>
              </a:schemeClr>
            </a:gs>
            <a:gs pos="85000">
              <a:schemeClr val="phClr">
                <a:tint val="100000"/>
                <a:shade val="30000"/>
                <a:satMod val="100000"/>
              </a:schemeClr>
            </a:gs>
            <a:gs pos="100000">
              <a:schemeClr val="phClr">
                <a:shade val="60000"/>
                <a:satMod val="100000"/>
              </a:schemeClr>
            </a:gs>
          </a:gsLst>
          <a:lin ang="13500000" scaled="0"/>
        </a:gradFill>
        <a:gradFill rotWithShape="1">
          <a:gsLst>
            <a:gs pos="0">
              <a:schemeClr val="phClr">
                <a:tint val="100000"/>
                <a:shade val="0"/>
                <a:satMod val="100000"/>
              </a:schemeClr>
            </a:gs>
            <a:gs pos="85000">
              <a:schemeClr val="phClr">
                <a:shade val="30000"/>
                <a:satMod val="100000"/>
              </a:schemeClr>
            </a:gs>
            <a:gs pos="100000">
              <a:schemeClr val="phClr">
                <a:shade val="60000"/>
                <a:satMod val="100000"/>
              </a:schemeClr>
            </a:gs>
          </a:gsLst>
          <a:lin ang="18900000" scaled="0"/>
        </a:gradFill>
      </a:bgFillStyleLst>
    </a:fmtScheme>
  </a:themeElements>
  <a:objectDefaults>
    <a:spDef>
      <a:spPr/>
      <a:bodyPr rtlCol="0" anchor="ctr"/>
      <a:lstStyle>
        <a:defPPr algn="ctr">
          <a:defRPr sz="2800"/>
        </a:defPPr>
      </a:lstStyle>
      <a:style>
        <a:lnRef idx="2">
          <a:schemeClr val="accent1">
            <a:shade val="50000"/>
          </a:schemeClr>
        </a:lnRef>
        <a:fillRef idx="1">
          <a:schemeClr val="accent1"/>
        </a:fillRef>
        <a:effectRef idx="0">
          <a:schemeClr val="accent1"/>
        </a:effectRef>
        <a:fontRef idx="minor">
          <a:schemeClr val="lt1"/>
        </a:fontRef>
      </a:style>
    </a:spDef>
    <a:lnDef>
      <a:spPr>
        <a:ln w="25400"/>
      </a:spPr>
      <a:bodyPr/>
      <a:lstStyle/>
      <a:style>
        <a:lnRef idx="1">
          <a:schemeClr val="accent1"/>
        </a:lnRef>
        <a:fillRef idx="0">
          <a:schemeClr val="accent1"/>
        </a:fillRef>
        <a:effectRef idx="0">
          <a:schemeClr val="accent1"/>
        </a:effectRef>
        <a:fontRef idx="minor">
          <a:schemeClr val="tx1"/>
        </a:fontRef>
      </a:style>
    </a:lnDef>
    <a:txDef>
      <a:spPr>
        <a:noFill/>
      </a:spPr>
      <a:bodyPr wrap="square" rtlCol="0">
        <a:spAutoFit/>
      </a:bodyPr>
      <a:lstStyle>
        <a:defPPr>
          <a:defRPr sz="2800"/>
        </a:defPPr>
      </a:lstStyle>
    </a:txDef>
  </a:objectDefaults>
  <a:extraClrSchemeLst/>
  <a:extLst>
    <a:ext uri="{05A4C25C-085E-4340-85A3-A5531E510DB2}">
      <thm15:themeFamily xmlns:thm15="http://schemas.microsoft.com/office/thememl/2012/main" name="TF02787990.potx" id="{BDB9CD5E-36EC-45F3-B87D-6D062B8A3823}" vid="{51682E2F-7C85-4D6F-AD40-072EFC83910D}"/>
    </a:ext>
  </a:extLst>
</a:theme>
</file>

<file path=ppt/theme/theme2.xml><?xml version="1.0" encoding="utf-8"?>
<a:theme xmlns:a="http://schemas.openxmlformats.org/drawingml/2006/main" name="Office Theme">
  <a:themeElements>
    <a:clrScheme name="Tech_16x9">
      <a:dk1>
        <a:sysClr val="windowText" lastClr="000000"/>
      </a:dk1>
      <a:lt1>
        <a:sysClr val="window" lastClr="FFFFFF"/>
      </a:lt1>
      <a:dk2>
        <a:srgbClr val="192A52"/>
      </a:dk2>
      <a:lt2>
        <a:srgbClr val="C0C0C0"/>
      </a:lt2>
      <a:accent1>
        <a:srgbClr val="009999"/>
      </a:accent1>
      <a:accent2>
        <a:srgbClr val="E98915"/>
      </a:accent2>
      <a:accent3>
        <a:srgbClr val="A419A7"/>
      </a:accent3>
      <a:accent4>
        <a:srgbClr val="AFC34D"/>
      </a:accent4>
      <a:accent5>
        <a:srgbClr val="E5572B"/>
      </a:accent5>
      <a:accent6>
        <a:srgbClr val="6868C4"/>
      </a:accent6>
      <a:hlink>
        <a:srgbClr val="009999"/>
      </a:hlink>
      <a:folHlink>
        <a:srgbClr val="7F7F7F"/>
      </a:folHlink>
    </a:clrScheme>
    <a:fontScheme name="Calibri">
      <a:majorFont>
        <a:latin typeface="Calibri"/>
        <a:ea typeface=""/>
        <a:cs typeface=""/>
        <a:font script="Jpan" typeface="ＭＳ ゴシック"/>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alibri"/>
        <a:ea typeface=""/>
        <a:cs typeface=""/>
        <a:font script="Jpan" typeface="ＭＳ ゴシック"/>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font script="Geor" typeface="Sylfaen"/>
      </a:minorFont>
    </a:fontScheme>
    <a:fmtScheme name="Tech_16x9">
      <a:fillStyleLst>
        <a:solidFill>
          <a:schemeClr val="phClr"/>
        </a:solidFill>
        <a:gradFill rotWithShape="1">
          <a:gsLst>
            <a:gs pos="0">
              <a:schemeClr val="phClr">
                <a:tint val="20000"/>
                <a:satMod val="180000"/>
                <a:lumMod val="98000"/>
              </a:schemeClr>
            </a:gs>
            <a:gs pos="40000">
              <a:schemeClr val="phClr">
                <a:tint val="30000"/>
                <a:satMod val="260000"/>
                <a:lumMod val="84000"/>
              </a:schemeClr>
            </a:gs>
            <a:gs pos="100000">
              <a:schemeClr val="phClr">
                <a:tint val="100000"/>
                <a:satMod val="110000"/>
              </a:schemeClr>
            </a:gs>
          </a:gsLst>
          <a:lin ang="5040000" scaled="1"/>
        </a:gradFill>
        <a:gradFill rotWithShape="1">
          <a:gsLst>
            <a:gs pos="0">
              <a:schemeClr val="phClr">
                <a:shade val="15000"/>
                <a:satMod val="180000"/>
              </a:schemeClr>
            </a:gs>
            <a:gs pos="50000">
              <a:schemeClr val="phClr">
                <a:shade val="45000"/>
                <a:satMod val="170000"/>
              </a:schemeClr>
            </a:gs>
            <a:gs pos="70000">
              <a:schemeClr val="phClr">
                <a:tint val="99000"/>
                <a:shade val="65000"/>
                <a:satMod val="155000"/>
              </a:schemeClr>
            </a:gs>
            <a:gs pos="100000">
              <a:schemeClr val="phClr">
                <a:tint val="100000"/>
                <a:shade val="100000"/>
                <a:satMod val="155000"/>
              </a:schemeClr>
            </a:gs>
          </a:gsLst>
          <a:lin ang="16200000" scaled="0"/>
        </a:gradFill>
      </a:fillStyleLst>
      <a:lnStyleLst>
        <a:ln w="9525" cap="flat" cmpd="sng" algn="ctr">
          <a:solidFill>
            <a:schemeClr val="phClr"/>
          </a:solidFill>
          <a:miter lim="800000"/>
        </a:ln>
        <a:ln w="25400" cap="flat" cmpd="sng" algn="ctr">
          <a:solidFill>
            <a:schemeClr val="phClr"/>
          </a:solidFill>
          <a:miter lim="800000"/>
        </a:ln>
        <a:ln w="38100" cap="flat" cmpd="sng" algn="ctr">
          <a:solidFill>
            <a:schemeClr val="phClr"/>
          </a:solidFill>
          <a:miter lim="800000"/>
        </a:ln>
      </a:lnStyleLst>
      <a:effectStyleLst>
        <a:effectStyle>
          <a:effectLst/>
        </a:effectStyle>
        <a:effectStyle>
          <a:effectLst>
            <a:outerShdw blurRad="38100" dist="25400" dir="2700000" algn="br" rotWithShape="0">
              <a:srgbClr val="000000">
                <a:alpha val="60000"/>
              </a:srgbClr>
            </a:outerShdw>
          </a:effectLst>
        </a:effectStyle>
        <a:effectStyle>
          <a:effectLst>
            <a:outerShdw blurRad="38100" dist="25400" dir="2700000" algn="br" rotWithShape="0">
              <a:srgbClr val="000000">
                <a:alpha val="60000"/>
              </a:srgbClr>
            </a:outerShdw>
          </a:effectLst>
          <a:scene3d>
            <a:camera prst="orthographicFront">
              <a:rot lat="0" lon="0" rev="0"/>
            </a:camera>
            <a:lightRig rig="balanced" dir="t">
              <a:rot lat="0" lon="0" rev="5100000"/>
            </a:lightRig>
          </a:scene3d>
          <a:sp3d contourW="6350">
            <a:bevelT w="29210" h="12700"/>
            <a:contourClr>
              <a:schemeClr val="phClr">
                <a:satMod val="300000"/>
              </a:schemeClr>
            </a:contourClr>
          </a:sp3d>
        </a:effectStyle>
      </a:effectStyleLst>
      <a:bgFillStyleLst>
        <a:solidFill>
          <a:schemeClr val="phClr"/>
        </a:solidFill>
        <a:gradFill rotWithShape="1">
          <a:gsLst>
            <a:gs pos="0">
              <a:schemeClr val="phClr">
                <a:tint val="100000"/>
                <a:shade val="0"/>
                <a:satMod val="100000"/>
              </a:schemeClr>
            </a:gs>
            <a:gs pos="85000">
              <a:schemeClr val="phClr">
                <a:tint val="100000"/>
                <a:shade val="30000"/>
                <a:satMod val="100000"/>
              </a:schemeClr>
            </a:gs>
            <a:gs pos="100000">
              <a:schemeClr val="phClr">
                <a:shade val="60000"/>
                <a:satMod val="100000"/>
              </a:schemeClr>
            </a:gs>
          </a:gsLst>
          <a:lin ang="13500000" scaled="0"/>
        </a:gradFill>
        <a:gradFill rotWithShape="1">
          <a:gsLst>
            <a:gs pos="0">
              <a:schemeClr val="phClr">
                <a:tint val="100000"/>
                <a:shade val="0"/>
                <a:satMod val="100000"/>
              </a:schemeClr>
            </a:gs>
            <a:gs pos="85000">
              <a:schemeClr val="phClr">
                <a:shade val="30000"/>
                <a:satMod val="100000"/>
              </a:schemeClr>
            </a:gs>
            <a:gs pos="100000">
              <a:schemeClr val="phClr">
                <a:shade val="60000"/>
                <a:satMod val="100000"/>
              </a:schemeClr>
            </a:gs>
          </a:gsLst>
          <a:lin ang="18900000" scaled="0"/>
        </a:gradFill>
      </a:bgFillStyleLst>
    </a:fmtScheme>
  </a:themeElements>
  <a:objectDefaults/>
  <a:extraClrSchemeLst/>
</a:theme>
</file>

<file path=ppt/theme/theme3.xml><?xml version="1.0" encoding="utf-8"?>
<a:theme xmlns:a="http://schemas.openxmlformats.org/drawingml/2006/main" name="Office Theme">
  <a:themeElements>
    <a:clrScheme name="Tech_16x9">
      <a:dk1>
        <a:sysClr val="windowText" lastClr="000000"/>
      </a:dk1>
      <a:lt1>
        <a:sysClr val="window" lastClr="FFFFFF"/>
      </a:lt1>
      <a:dk2>
        <a:srgbClr val="192A52"/>
      </a:dk2>
      <a:lt2>
        <a:srgbClr val="C0C0C0"/>
      </a:lt2>
      <a:accent1>
        <a:srgbClr val="009999"/>
      </a:accent1>
      <a:accent2>
        <a:srgbClr val="E98915"/>
      </a:accent2>
      <a:accent3>
        <a:srgbClr val="A419A7"/>
      </a:accent3>
      <a:accent4>
        <a:srgbClr val="AFC34D"/>
      </a:accent4>
      <a:accent5>
        <a:srgbClr val="E5572B"/>
      </a:accent5>
      <a:accent6>
        <a:srgbClr val="6868C4"/>
      </a:accent6>
      <a:hlink>
        <a:srgbClr val="009999"/>
      </a:hlink>
      <a:folHlink>
        <a:srgbClr val="7F7F7F"/>
      </a:folHlink>
    </a:clrScheme>
    <a:fontScheme name="Calibri">
      <a:majorFont>
        <a:latin typeface="Calibri"/>
        <a:ea typeface=""/>
        <a:cs typeface=""/>
        <a:font script="Jpan" typeface="ＭＳ ゴシック"/>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alibri"/>
        <a:ea typeface=""/>
        <a:cs typeface=""/>
        <a:font script="Jpan" typeface="ＭＳ ゴシック"/>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font script="Geor" typeface="Sylfaen"/>
      </a:minorFont>
    </a:fontScheme>
    <a:fmtScheme name="Tech_16x9">
      <a:fillStyleLst>
        <a:solidFill>
          <a:schemeClr val="phClr"/>
        </a:solidFill>
        <a:gradFill rotWithShape="1">
          <a:gsLst>
            <a:gs pos="0">
              <a:schemeClr val="phClr">
                <a:tint val="20000"/>
                <a:satMod val="180000"/>
                <a:lumMod val="98000"/>
              </a:schemeClr>
            </a:gs>
            <a:gs pos="40000">
              <a:schemeClr val="phClr">
                <a:tint val="30000"/>
                <a:satMod val="260000"/>
                <a:lumMod val="84000"/>
              </a:schemeClr>
            </a:gs>
            <a:gs pos="100000">
              <a:schemeClr val="phClr">
                <a:tint val="100000"/>
                <a:satMod val="110000"/>
              </a:schemeClr>
            </a:gs>
          </a:gsLst>
          <a:lin ang="5040000" scaled="1"/>
        </a:gradFill>
        <a:gradFill rotWithShape="1">
          <a:gsLst>
            <a:gs pos="0">
              <a:schemeClr val="phClr">
                <a:shade val="15000"/>
                <a:satMod val="180000"/>
              </a:schemeClr>
            </a:gs>
            <a:gs pos="50000">
              <a:schemeClr val="phClr">
                <a:shade val="45000"/>
                <a:satMod val="170000"/>
              </a:schemeClr>
            </a:gs>
            <a:gs pos="70000">
              <a:schemeClr val="phClr">
                <a:tint val="99000"/>
                <a:shade val="65000"/>
                <a:satMod val="155000"/>
              </a:schemeClr>
            </a:gs>
            <a:gs pos="100000">
              <a:schemeClr val="phClr">
                <a:tint val="100000"/>
                <a:shade val="100000"/>
                <a:satMod val="155000"/>
              </a:schemeClr>
            </a:gs>
          </a:gsLst>
          <a:lin ang="16200000" scaled="0"/>
        </a:gradFill>
      </a:fillStyleLst>
      <a:lnStyleLst>
        <a:ln w="9525" cap="flat" cmpd="sng" algn="ctr">
          <a:solidFill>
            <a:schemeClr val="phClr"/>
          </a:solidFill>
          <a:miter lim="800000"/>
        </a:ln>
        <a:ln w="25400" cap="flat" cmpd="sng" algn="ctr">
          <a:solidFill>
            <a:schemeClr val="phClr"/>
          </a:solidFill>
          <a:miter lim="800000"/>
        </a:ln>
        <a:ln w="38100" cap="flat" cmpd="sng" algn="ctr">
          <a:solidFill>
            <a:schemeClr val="phClr"/>
          </a:solidFill>
          <a:miter lim="800000"/>
        </a:ln>
      </a:lnStyleLst>
      <a:effectStyleLst>
        <a:effectStyle>
          <a:effectLst/>
        </a:effectStyle>
        <a:effectStyle>
          <a:effectLst>
            <a:outerShdw blurRad="38100" dist="25400" dir="2700000" algn="br" rotWithShape="0">
              <a:srgbClr val="000000">
                <a:alpha val="60000"/>
              </a:srgbClr>
            </a:outerShdw>
          </a:effectLst>
        </a:effectStyle>
        <a:effectStyle>
          <a:effectLst>
            <a:outerShdw blurRad="38100" dist="25400" dir="2700000" algn="br" rotWithShape="0">
              <a:srgbClr val="000000">
                <a:alpha val="60000"/>
              </a:srgbClr>
            </a:outerShdw>
          </a:effectLst>
          <a:scene3d>
            <a:camera prst="orthographicFront">
              <a:rot lat="0" lon="0" rev="0"/>
            </a:camera>
            <a:lightRig rig="balanced" dir="t">
              <a:rot lat="0" lon="0" rev="5100000"/>
            </a:lightRig>
          </a:scene3d>
          <a:sp3d contourW="6350">
            <a:bevelT w="29210" h="12700"/>
            <a:contourClr>
              <a:schemeClr val="phClr">
                <a:satMod val="300000"/>
              </a:schemeClr>
            </a:contourClr>
          </a:sp3d>
        </a:effectStyle>
      </a:effectStyleLst>
      <a:bgFillStyleLst>
        <a:solidFill>
          <a:schemeClr val="phClr"/>
        </a:solidFill>
        <a:gradFill rotWithShape="1">
          <a:gsLst>
            <a:gs pos="0">
              <a:schemeClr val="phClr">
                <a:tint val="100000"/>
                <a:shade val="0"/>
                <a:satMod val="100000"/>
              </a:schemeClr>
            </a:gs>
            <a:gs pos="85000">
              <a:schemeClr val="phClr">
                <a:tint val="100000"/>
                <a:shade val="30000"/>
                <a:satMod val="100000"/>
              </a:schemeClr>
            </a:gs>
            <a:gs pos="100000">
              <a:schemeClr val="phClr">
                <a:shade val="60000"/>
                <a:satMod val="100000"/>
              </a:schemeClr>
            </a:gs>
          </a:gsLst>
          <a:lin ang="13500000" scaled="0"/>
        </a:gradFill>
        <a:gradFill rotWithShape="1">
          <a:gsLst>
            <a:gs pos="0">
              <a:schemeClr val="phClr">
                <a:tint val="100000"/>
                <a:shade val="0"/>
                <a:satMod val="100000"/>
              </a:schemeClr>
            </a:gs>
            <a:gs pos="85000">
              <a:schemeClr val="phClr">
                <a:shade val="30000"/>
                <a:satMod val="100000"/>
              </a:schemeClr>
            </a:gs>
            <a:gs pos="100000">
              <a:schemeClr val="phClr">
                <a:shade val="60000"/>
                <a:satMod val="100000"/>
              </a:schemeClr>
            </a:gs>
          </a:gsLst>
          <a:lin ang="18900000" scaled="0"/>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LocPublishedLinkedAssetsLookup xmlns="4873beb7-5857-4685-be1f-d57550cc96cc" xsi:nil="true"/>
    <ApprovalStatus xmlns="4873beb7-5857-4685-be1f-d57550cc96cc">InProgress</ApprovalStatus>
    <MarketSpecific xmlns="4873beb7-5857-4685-be1f-d57550cc96cc">false</MarketSpecific>
    <LocComments xmlns="4873beb7-5857-4685-be1f-d57550cc96cc" xsi:nil="true"/>
    <LocLastLocAttemptVersionTypeLookup xmlns="4873beb7-5857-4685-be1f-d57550cc96cc" xsi:nil="true"/>
    <DirectSourceMarket xmlns="4873beb7-5857-4685-be1f-d57550cc96cc" xsi:nil="true"/>
    <ThumbnailAssetId xmlns="4873beb7-5857-4685-be1f-d57550cc96cc" xsi:nil="true"/>
    <PrimaryImageGen xmlns="4873beb7-5857-4685-be1f-d57550cc96cc">false</PrimaryImageGen>
    <LocNewPublishedVersionLookup xmlns="4873beb7-5857-4685-be1f-d57550cc96cc" xsi:nil="true"/>
    <LegacyData xmlns="4873beb7-5857-4685-be1f-d57550cc96cc" xsi:nil="true"/>
    <LocRecommendedHandoff xmlns="4873beb7-5857-4685-be1f-d57550cc96cc" xsi:nil="true"/>
    <BusinessGroup xmlns="4873beb7-5857-4685-be1f-d57550cc96cc" xsi:nil="true"/>
    <BlockPublish xmlns="4873beb7-5857-4685-be1f-d57550cc96cc">false</BlockPublish>
    <TPFriendlyName xmlns="4873beb7-5857-4685-be1f-d57550cc96cc" xsi:nil="true"/>
    <LocOverallPublishStatusLookup xmlns="4873beb7-5857-4685-be1f-d57550cc96cc" xsi:nil="true"/>
    <NumericId xmlns="4873beb7-5857-4685-be1f-d57550cc96cc" xsi:nil="true"/>
    <APEditor xmlns="4873beb7-5857-4685-be1f-d57550cc96cc">
      <UserInfo>
        <DisplayName/>
        <AccountId xsi:nil="true"/>
        <AccountType/>
      </UserInfo>
    </APEditor>
    <SourceTitle xmlns="4873beb7-5857-4685-be1f-d57550cc96cc" xsi:nil="true"/>
    <OpenTemplate xmlns="4873beb7-5857-4685-be1f-d57550cc96cc">true</OpenTemplate>
    <LocOverallLocStatusLookup xmlns="4873beb7-5857-4685-be1f-d57550cc96cc" xsi:nil="true"/>
    <UALocComments xmlns="4873beb7-5857-4685-be1f-d57550cc96cc" xsi:nil="true"/>
    <ParentAssetId xmlns="4873beb7-5857-4685-be1f-d57550cc96cc" xsi:nil="true"/>
    <IntlLangReviewDate xmlns="4873beb7-5857-4685-be1f-d57550cc96cc" xsi:nil="true"/>
    <FeatureTagsTaxHTField0 xmlns="4873beb7-5857-4685-be1f-d57550cc96cc">
      <Terms xmlns="http://schemas.microsoft.com/office/infopath/2007/PartnerControls"/>
    </FeatureTagsTaxHTField0>
    <PublishStatusLookup xmlns="4873beb7-5857-4685-be1f-d57550cc96cc">
      <Value>1345093</Value>
    </PublishStatusLookup>
    <Providers xmlns="4873beb7-5857-4685-be1f-d57550cc96cc" xsi:nil="true"/>
    <MachineTranslated xmlns="4873beb7-5857-4685-be1f-d57550cc96cc">false</MachineTranslated>
    <OriginalSourceMarket xmlns="4873beb7-5857-4685-be1f-d57550cc96cc" xsi:nil="true"/>
    <APDescription xmlns="4873beb7-5857-4685-be1f-d57550cc96cc">This simple template design works for technology and  businesses, but it's versatile enough to use in other contexts.  It features multiple slide layouts designed for widescreen (16x9 resolution) and includes a sample SmartArt list and chart that are easily editable.</APDescription>
    <ClipArtFilename xmlns="4873beb7-5857-4685-be1f-d57550cc96cc" xsi:nil="true"/>
    <ContentItem xmlns="4873beb7-5857-4685-be1f-d57550cc96cc" xsi:nil="true"/>
    <TPInstallLocation xmlns="4873beb7-5857-4685-be1f-d57550cc96cc" xsi:nil="true"/>
    <PublishTargets xmlns="4873beb7-5857-4685-be1f-d57550cc96cc">OfficeOnlineVNext</PublishTargets>
    <TimesCloned xmlns="4873beb7-5857-4685-be1f-d57550cc96cc" xsi:nil="true"/>
    <AssetStart xmlns="4873beb7-5857-4685-be1f-d57550cc96cc">2011-11-26T00:30:00+00:00</AssetStart>
    <Provider xmlns="4873beb7-5857-4685-be1f-d57550cc96cc" xsi:nil="true"/>
    <AcquiredFrom xmlns="4873beb7-5857-4685-be1f-d57550cc96cc">Internal MS</AcquiredFrom>
    <FriendlyTitle xmlns="4873beb7-5857-4685-be1f-d57550cc96cc" xsi:nil="true"/>
    <LastHandOff xmlns="4873beb7-5857-4685-be1f-d57550cc96cc" xsi:nil="true"/>
    <TPClientViewer xmlns="4873beb7-5857-4685-be1f-d57550cc96cc" xsi:nil="true"/>
    <TemplateStatus xmlns="4873beb7-5857-4685-be1f-d57550cc96cc">Complete</TemplateStatus>
    <Downloads xmlns="4873beb7-5857-4685-be1f-d57550cc96cc">0</Downloads>
    <OOCacheId xmlns="4873beb7-5857-4685-be1f-d57550cc96cc" xsi:nil="true"/>
    <IsDeleted xmlns="4873beb7-5857-4685-be1f-d57550cc96cc">false</IsDeleted>
    <LocPublishedDependentAssetsLookup xmlns="4873beb7-5857-4685-be1f-d57550cc96cc" xsi:nil="true"/>
    <TPExecutable xmlns="4873beb7-5857-4685-be1f-d57550cc96cc" xsi:nil="true"/>
    <EditorialTags xmlns="4873beb7-5857-4685-be1f-d57550cc96cc" xsi:nil="true"/>
    <SubmitterId xmlns="4873beb7-5857-4685-be1f-d57550cc96cc" xsi:nil="true"/>
    <ApprovalLog xmlns="4873beb7-5857-4685-be1f-d57550cc96cc" xsi:nil="true"/>
    <AssetType xmlns="4873beb7-5857-4685-be1f-d57550cc96cc">TP</AssetType>
    <BugNumber xmlns="4873beb7-5857-4685-be1f-d57550cc96cc" xsi:nil="true"/>
    <CSXSubmissionDate xmlns="4873beb7-5857-4685-be1f-d57550cc96cc" xsi:nil="true"/>
    <CSXUpdate xmlns="4873beb7-5857-4685-be1f-d57550cc96cc">false</CSXUpdate>
    <Milestone xmlns="4873beb7-5857-4685-be1f-d57550cc96cc" xsi:nil="true"/>
    <RecommendationsModifier xmlns="4873beb7-5857-4685-be1f-d57550cc96cc" xsi:nil="true"/>
    <OriginAsset xmlns="4873beb7-5857-4685-be1f-d57550cc96cc" xsi:nil="true"/>
    <TPComponent xmlns="4873beb7-5857-4685-be1f-d57550cc96cc" xsi:nil="true"/>
    <AssetId xmlns="4873beb7-5857-4685-be1f-d57550cc96cc">TP102787989</AssetId>
    <IntlLocPriority xmlns="4873beb7-5857-4685-be1f-d57550cc96cc" xsi:nil="true"/>
    <PolicheckWords xmlns="4873beb7-5857-4685-be1f-d57550cc96cc" xsi:nil="true"/>
    <TPLaunchHelpLink xmlns="4873beb7-5857-4685-be1f-d57550cc96cc" xsi:nil="true"/>
    <TPApplication xmlns="4873beb7-5857-4685-be1f-d57550cc96cc" xsi:nil="true"/>
    <CrawlForDependencies xmlns="4873beb7-5857-4685-be1f-d57550cc96cc">false</CrawlForDependencies>
    <HandoffToMSDN xmlns="4873beb7-5857-4685-be1f-d57550cc96cc" xsi:nil="true"/>
    <PlannedPubDate xmlns="4873beb7-5857-4685-be1f-d57550cc96cc" xsi:nil="true"/>
    <IntlLangReviewer xmlns="4873beb7-5857-4685-be1f-d57550cc96cc" xsi:nil="true"/>
    <TrustLevel xmlns="4873beb7-5857-4685-be1f-d57550cc96cc">1 Microsoft Managed Content</TrustLevel>
    <LocLastLocAttemptVersionLookup xmlns="4873beb7-5857-4685-be1f-d57550cc96cc">694266</LocLastLocAttemptVersionLookup>
    <LocProcessedForHandoffsLookup xmlns="4873beb7-5857-4685-be1f-d57550cc96cc" xsi:nil="true"/>
    <IsSearchable xmlns="4873beb7-5857-4685-be1f-d57550cc96cc">true</IsSearchable>
    <TemplateTemplateType xmlns="4873beb7-5857-4685-be1f-d57550cc96cc">PowerPoint Presentation Template</TemplateTemplateType>
    <CampaignTagsTaxHTField0 xmlns="4873beb7-5857-4685-be1f-d57550cc96cc">
      <Terms xmlns="http://schemas.microsoft.com/office/infopath/2007/PartnerControls"/>
    </CampaignTagsTaxHTField0>
    <TPNamespace xmlns="4873beb7-5857-4685-be1f-d57550cc96cc" xsi:nil="true"/>
    <LocOverallPreviewStatusLookup xmlns="4873beb7-5857-4685-be1f-d57550cc96cc" xsi:nil="true"/>
    <TaxCatchAll xmlns="4873beb7-5857-4685-be1f-d57550cc96cc"/>
    <Markets xmlns="4873beb7-5857-4685-be1f-d57550cc96cc"/>
    <UAProjectedTotalWords xmlns="4873beb7-5857-4685-be1f-d57550cc96cc" xsi:nil="true"/>
    <IntlLangReview xmlns="4873beb7-5857-4685-be1f-d57550cc96cc" xsi:nil="true"/>
    <OutputCachingOn xmlns="4873beb7-5857-4685-be1f-d57550cc96cc">false</OutputCachingOn>
    <AverageRating xmlns="4873beb7-5857-4685-be1f-d57550cc96cc" xsi:nil="true"/>
    <APAuthor xmlns="4873beb7-5857-4685-be1f-d57550cc96cc">
      <UserInfo>
        <DisplayName>REDMOND\kristaa</DisplayName>
        <AccountId>136</AccountId>
        <AccountType/>
      </UserInfo>
    </APAuthor>
    <LocManualTestRequired xmlns="4873beb7-5857-4685-be1f-d57550cc96cc">false</LocManualTestRequired>
    <TPCommandLine xmlns="4873beb7-5857-4685-be1f-d57550cc96cc" xsi:nil="true"/>
    <TPAppVersion xmlns="4873beb7-5857-4685-be1f-d57550cc96cc" xsi:nil="true"/>
    <EditorialStatus xmlns="4873beb7-5857-4685-be1f-d57550cc96cc">Complete</EditorialStatus>
    <LastModifiedDateTime xmlns="4873beb7-5857-4685-be1f-d57550cc96cc" xsi:nil="true"/>
    <ScenarioTagsTaxHTField0 xmlns="4873beb7-5857-4685-be1f-d57550cc96cc">
      <Terms xmlns="http://schemas.microsoft.com/office/infopath/2007/PartnerControls"/>
    </ScenarioTagsTaxHTField0>
    <LocProcessedForMarketsLookup xmlns="4873beb7-5857-4685-be1f-d57550cc96cc" xsi:nil="true"/>
    <TPLaunchHelpLinkType xmlns="4873beb7-5857-4685-be1f-d57550cc96cc">Template</TPLaunchHelpLinkType>
    <OriginalRelease xmlns="4873beb7-5857-4685-be1f-d57550cc96cc">15</OriginalRelease>
    <LocalizationTagsTaxHTField0 xmlns="4873beb7-5857-4685-be1f-d57550cc96cc">
      <Terms xmlns="http://schemas.microsoft.com/office/infopath/2007/PartnerControls"/>
    </LocalizationTagsTaxHTField0>
    <UACurrentWords xmlns="4873beb7-5857-4685-be1f-d57550cc96cc" xsi:nil="true"/>
    <ArtSampleDocs xmlns="4873beb7-5857-4685-be1f-d57550cc96cc" xsi:nil="true"/>
    <UALocRecommendation xmlns="4873beb7-5857-4685-be1f-d57550cc96cc">Localize</UALocRecommendation>
    <Manager xmlns="4873beb7-5857-4685-be1f-d57550cc96cc" xsi:nil="true"/>
    <LocOverallHandbackStatusLookup xmlns="4873beb7-5857-4685-be1f-d57550cc96cc" xsi:nil="true"/>
    <ShowIn xmlns="4873beb7-5857-4685-be1f-d57550cc96cc">Show everywhere</ShowIn>
    <UANotes xmlns="4873beb7-5857-4685-be1f-d57550cc96cc" xsi:nil="true"/>
    <InternalTagsTaxHTField0 xmlns="4873beb7-5857-4685-be1f-d57550cc96cc">
      <Terms xmlns="http://schemas.microsoft.com/office/infopath/2007/PartnerControls"/>
    </InternalTagsTaxHTField0>
    <CSXHash xmlns="4873beb7-5857-4685-be1f-d57550cc96cc" xsi:nil="true"/>
    <VoteCount xmlns="4873beb7-5857-4685-be1f-d57550cc96cc" xsi:nil="true"/>
    <AssetExpire xmlns="4873beb7-5857-4685-be1f-d57550cc96cc">2029-05-12T07:00:00+00:00</AssetExpire>
    <DSATActionTaken xmlns="4873beb7-5857-4685-be1f-d57550cc96cc" xsi:nil="true"/>
    <CSXSubmissionMarket xmlns="4873beb7-5857-4685-be1f-d57550cc96cc" xsi:nil="true"/>
    <LocMarketGroupTiers2 xmlns="4873beb7-5857-4685-be1f-d57550cc96cc" xsi:nil="true"/>
  </documentManagement>
</p:properties>
</file>

<file path=customXml/item2.xml><?xml version="1.0" encoding="utf-8"?>
<ct:contentTypeSchema xmlns:ct="http://schemas.microsoft.com/office/2006/metadata/contentType" xmlns:ma="http://schemas.microsoft.com/office/2006/metadata/properties/metaAttributes" ct:_="" ma:_="" ma:contentTypeName="TemplateFile" ma:contentTypeID="0x0101006EDDDB5EE6D98C44930B742096920B300400F5B6D36B3EF94B4E9A635CDF2A18F5B8" ma:contentTypeVersion="72" ma:contentTypeDescription="Create a new document." ma:contentTypeScope="" ma:versionID="a23e56308344d904b51738559c3d67c9">
  <xsd:schema xmlns:xsd="http://www.w3.org/2001/XMLSchema" xmlns:xs="http://www.w3.org/2001/XMLSchema" xmlns:p="http://schemas.microsoft.com/office/2006/metadata/properties" xmlns:ns2="4873beb7-5857-4685-be1f-d57550cc96cc" targetNamespace="http://schemas.microsoft.com/office/2006/metadata/properties" ma:root="true" ma:fieldsID="cd0908cc4600e77bf5da051303e00c8d" ns2:_="">
    <xsd:import namespace="4873beb7-5857-4685-be1f-d57550cc96cc"/>
    <xsd:element name="properties">
      <xsd:complexType>
        <xsd:sequence>
          <xsd:element name="documentManagement">
            <xsd:complexType>
              <xsd:all>
                <xsd:element ref="ns2:AcquiredFrom" minOccurs="0"/>
                <xsd:element ref="ns2:UACurrentWords" minOccurs="0"/>
                <xsd:element ref="ns2:TPApplication" minOccurs="0"/>
                <xsd:element ref="ns2:ApprovalLog" minOccurs="0"/>
                <xsd:element ref="ns2:ApprovalStatus" minOccurs="0"/>
                <xsd:element ref="ns2:AssetStart" minOccurs="0"/>
                <xsd:element ref="ns2:AssetExpire" minOccurs="0"/>
                <xsd:element ref="ns2:AssetId" minOccurs="0"/>
                <xsd:element ref="ns2:IsSearchable" minOccurs="0"/>
                <xsd:element ref="ns2:AssetType" minOccurs="0"/>
                <xsd:element ref="ns2:APAuthor" minOccurs="0"/>
                <xsd:element ref="ns2:AverageRating" minOccurs="0"/>
                <xsd:element ref="ns2:BlockPublish" minOccurs="0"/>
                <xsd:element ref="ns2:BugNumber" minOccurs="0"/>
                <xsd:element ref="ns2:CampaignTagsTaxHTField0" minOccurs="0"/>
                <xsd:element ref="ns2:TPClientViewer" minOccurs="0"/>
                <xsd:element ref="ns2:ClipArtFilename" minOccurs="0"/>
                <xsd:element ref="ns2:TPCommandLine" minOccurs="0"/>
                <xsd:element ref="ns2:TPComponent" minOccurs="0"/>
                <xsd:element ref="ns2:ContentItem" minOccurs="0"/>
                <xsd:element ref="ns2:CrawlForDependencies" minOccurs="0"/>
                <xsd:element ref="ns2:CSXHash" minOccurs="0"/>
                <xsd:element ref="ns2:CSXSubmissionMarket" minOccurs="0"/>
                <xsd:element ref="ns2:CSXUpdate" minOccurs="0"/>
                <xsd:element ref="ns2:IntlLangReviewDate" minOccurs="0"/>
                <xsd:element ref="ns2:IsDeleted" minOccurs="0"/>
                <xsd:element ref="ns2:APDescription" minOccurs="0"/>
                <xsd:element ref="ns2:DirectSourceMarket" minOccurs="0"/>
                <xsd:element ref="ns2:Downloads" minOccurs="0"/>
                <xsd:element ref="ns2:DSATActionTaken" minOccurs="0"/>
                <xsd:element ref="ns2:APEditor" minOccurs="0"/>
                <xsd:element ref="ns2:EditorialStatus" minOccurs="0"/>
                <xsd:element ref="ns2:EditorialTags" minOccurs="0"/>
                <xsd:element ref="ns2:TPExecutable" minOccurs="0"/>
                <xsd:element ref="ns2:FeatureTagsTaxHTField0" minOccurs="0"/>
                <xsd:element ref="ns2:TPFriendlyName" minOccurs="0"/>
                <xsd:element ref="ns2:FriendlyTitle" minOccurs="0"/>
                <xsd:element ref="ns2:PrimaryImageGen" minOccurs="0"/>
                <xsd:element ref="ns2:HandoffToMSDN" minOccurs="0"/>
                <xsd:element ref="ns2:InProjectListLookup" minOccurs="0"/>
                <xsd:element ref="ns2:TPInstallLocation" minOccurs="0"/>
                <xsd:element ref="ns2:InternalTagsTaxHTField0" minOccurs="0"/>
                <xsd:element ref="ns2:IntlLangReview" minOccurs="0"/>
                <xsd:element ref="ns2:IntlLangReviewer" minOccurs="0"/>
                <xsd:element ref="ns2:MarketSpecific" minOccurs="0"/>
                <xsd:element ref="ns2:LastCompleteVersionLookup" minOccurs="0"/>
                <xsd:element ref="ns2:LastHandOff" minOccurs="0"/>
                <xsd:element ref="ns2:LastModifiedDateTime" minOccurs="0"/>
                <xsd:element ref="ns2:LastPreviewErrorLookup" minOccurs="0"/>
                <xsd:element ref="ns2:LastPreviewResultLookup" minOccurs="0"/>
                <xsd:element ref="ns2:LastPreviewAttemptDateLookup" minOccurs="0"/>
                <xsd:element ref="ns2:LastPreviewedByLookup" minOccurs="0"/>
                <xsd:element ref="ns2:LastPreviewTimeLookup" minOccurs="0"/>
                <xsd:element ref="ns2:LastPreviewVersionLookup" minOccurs="0"/>
                <xsd:element ref="ns2:LastPublishErrorLookup" minOccurs="0"/>
                <xsd:element ref="ns2:LastPublishResultLookup" minOccurs="0"/>
                <xsd:element ref="ns2:LastPublishAttemptDateLookup" minOccurs="0"/>
                <xsd:element ref="ns2:LastPublishedByLookup" minOccurs="0"/>
                <xsd:element ref="ns2:LastPublishTimeLookup" minOccurs="0"/>
                <xsd:element ref="ns2:LastPublishVersionLookup" minOccurs="0"/>
                <xsd:element ref="ns2:TPLaunchHelpLinkType" minOccurs="0"/>
                <xsd:element ref="ns2:LegacyData" minOccurs="0"/>
                <xsd:element ref="ns2:TPLaunchHelpLink" minOccurs="0"/>
                <xsd:element ref="ns2:LocComments" minOccurs="0"/>
                <xsd:element ref="ns2:LocLastLocAttemptVersionLookup" minOccurs="0"/>
                <xsd:element ref="ns2:LocLastLocAttemptVersionTypeLookup" minOccurs="0"/>
                <xsd:element ref="ns2:LocManualTestRequired" minOccurs="0"/>
                <xsd:element ref="ns2:LocMarketGroupTiers2" minOccurs="0"/>
                <xsd:element ref="ns2:LocNewPublishedVersionLookup" minOccurs="0"/>
                <xsd:element ref="ns2:LocOverallHandbackStatusLookup" minOccurs="0"/>
                <xsd:element ref="ns2:LocOverallLocStatusLookup" minOccurs="0"/>
                <xsd:element ref="ns2:LocOverallPreviewStatusLookup" minOccurs="0"/>
                <xsd:element ref="ns2:LocOverallPublishStatusLookup" minOccurs="0"/>
                <xsd:element ref="ns2:IntlLocPriority" minOccurs="0"/>
                <xsd:element ref="ns2:LocProcessedForHandoffsLookup" minOccurs="0"/>
                <xsd:element ref="ns2:LocProcessedForMarketsLookup" minOccurs="0"/>
                <xsd:element ref="ns2:LocPublishedDependentAssetsLookup" minOccurs="0"/>
                <xsd:element ref="ns2:LocPublishedLinkedAssetsLookup" minOccurs="0"/>
                <xsd:element ref="ns2:LocRecommendedHandoff" minOccurs="0"/>
                <xsd:element ref="ns2:LocalizationTagsTaxHTField0" minOccurs="0"/>
                <xsd:element ref="ns2:MachineTranslated" minOccurs="0"/>
                <xsd:element ref="ns2:Manager" minOccurs="0"/>
                <xsd:element ref="ns2:Markets" minOccurs="0"/>
                <xsd:element ref="ns2:Milestone" minOccurs="0"/>
                <xsd:element ref="ns2:TPNamespace" minOccurs="0"/>
                <xsd:element ref="ns2:NumericId" minOccurs="0"/>
                <xsd:element ref="ns2:NumOfRatingsLookup" minOccurs="0"/>
                <xsd:element ref="ns2:OOCacheId" minOccurs="0"/>
                <xsd:element ref="ns2:OpenTemplate" minOccurs="0"/>
                <xsd:element ref="ns2:OriginAsset" minOccurs="0"/>
                <xsd:element ref="ns2:OriginalRelease" minOccurs="0"/>
                <xsd:element ref="ns2:OriginalSourceMarket" minOccurs="0"/>
                <xsd:element ref="ns2:OutputCachingOn" minOccurs="0"/>
                <xsd:element ref="ns2:ParentAssetId" minOccurs="0"/>
                <xsd:element ref="ns2:PlannedPubDate" minOccurs="0"/>
                <xsd:element ref="ns2:PolicheckWords" minOccurs="0"/>
                <xsd:element ref="ns2:BusinessGroup" minOccurs="0"/>
                <xsd:element ref="ns2:UAProjectedTotalWords" minOccurs="0"/>
                <xsd:element ref="ns2:Provider" minOccurs="0"/>
                <xsd:element ref="ns2:Providers" minOccurs="0"/>
                <xsd:element ref="ns2:PublishStatusLookup" minOccurs="0"/>
                <xsd:element ref="ns2:PublishTargets" minOccurs="0"/>
                <xsd:element ref="ns2:RecommendationsModifier" minOccurs="0"/>
                <xsd:element ref="ns2:ArtSampleDocs" minOccurs="0"/>
                <xsd:element ref="ns2:ScenarioTagsTaxHTField0" minOccurs="0"/>
                <xsd:element ref="ns2:ShowIn" minOccurs="0"/>
                <xsd:element ref="ns2:SourceTitle" minOccurs="0"/>
                <xsd:element ref="ns2:CSXSubmissionDate" minOccurs="0"/>
                <xsd:element ref="ns2:SubmitterId" minOccurs="0"/>
                <xsd:element ref="ns2:TaxCatchAll" minOccurs="0"/>
                <xsd:element ref="ns2:TaxCatchAllLabel" minOccurs="0"/>
                <xsd:element ref="ns2:TemplateStatus" minOccurs="0"/>
                <xsd:element ref="ns2:TemplateTemplateType" minOccurs="0"/>
                <xsd:element ref="ns2:ThumbnailAssetId" minOccurs="0"/>
                <xsd:element ref="ns2:TimesCloned" minOccurs="0"/>
                <xsd:element ref="ns2:TrustLevel" minOccurs="0"/>
                <xsd:element ref="ns2:UALocComments" minOccurs="0"/>
                <xsd:element ref="ns2:UALocRecommendation" minOccurs="0"/>
                <xsd:element ref="ns2:UANotes" minOccurs="0"/>
                <xsd:element ref="ns2:TPAppVersion" minOccurs="0"/>
                <xsd:element ref="ns2:VoteCount"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4873beb7-5857-4685-be1f-d57550cc96cc" elementFormDefault="qualified">
    <xsd:import namespace="http://schemas.microsoft.com/office/2006/documentManagement/types"/>
    <xsd:import namespace="http://schemas.microsoft.com/office/infopath/2007/PartnerControls"/>
    <xsd:element name="AcquiredFrom" ma:index="1" nillable="true" ma:displayName="Acquired From" ma:default="Internal MS" ma:internalName="AcquiredFrom" ma:readOnly="false">
      <xsd:simpleType>
        <xsd:restriction base="dms:Choice">
          <xsd:enumeration value="Internal MS"/>
          <xsd:enumeration value="Community"/>
          <xsd:enumeration value="MVP"/>
          <xsd:enumeration value="Publisher"/>
          <xsd:enumeration value="Partner"/>
          <xsd:enumeration value="None"/>
        </xsd:restriction>
      </xsd:simpleType>
    </xsd:element>
    <xsd:element name="UACurrentWords" ma:index="2" nillable="true" ma:displayName="Actual Word Count" ma:default="" ma:internalName="UACurrentWords" ma:readOnly="false">
      <xsd:simpleType>
        <xsd:restriction base="dms:Unknown"/>
      </xsd:simpleType>
    </xsd:element>
    <xsd:element name="TPApplication" ma:index="3" nillable="true" ma:displayName="Application to Open Template With" ma:default="" ma:internalName="TPApplication">
      <xsd:simpleType>
        <xsd:restriction base="dms:Text"/>
      </xsd:simpleType>
    </xsd:element>
    <xsd:element name="ApprovalLog" ma:index="4" nillable="true" ma:displayName="Approval Log" ma:default="" ma:hidden="true" ma:internalName="ApprovalLog" ma:readOnly="false">
      <xsd:simpleType>
        <xsd:restriction base="dms:Note"/>
      </xsd:simpleType>
    </xsd:element>
    <xsd:element name="ApprovalStatus" ma:index="5" nillable="true" ma:displayName="Approval Status" ma:default="InProgress" ma:internalName="ApprovalStatus" ma:readOnly="false">
      <xsd:simpleType>
        <xsd:restriction base="dms:Choice">
          <xsd:enumeration value="InProgress"/>
          <xsd:enumeration value="Rejected"/>
          <xsd:enumeration value="Questionable"/>
          <xsd:enumeration value="ApprovedAutomatic"/>
          <xsd:enumeration value="ApprovedManual"/>
          <xsd:enumeration value="On Hold"/>
          <xsd:enumeration value="Needs Review"/>
          <xsd:enumeration value="A Violation"/>
          <xsd:enumeration value="Unpublished Violation"/>
        </xsd:restriction>
      </xsd:simpleType>
    </xsd:element>
    <xsd:element name="AssetStart" ma:index="6" nillable="true" ma:displayName="Asset Begin Date" ma:default="[Today]" ma:internalName="AssetStart" ma:readOnly="false">
      <xsd:simpleType>
        <xsd:restriction base="dms:DateTime"/>
      </xsd:simpleType>
    </xsd:element>
    <xsd:element name="AssetExpire" ma:index="7" nillable="true" ma:displayName="Asset End Date" ma:default="2029-01-01T08:00:00Z" ma:format="DateTime" ma:internalName="AssetExpire" ma:readOnly="false">
      <xsd:simpleType>
        <xsd:restriction base="dms:DateTime"/>
      </xsd:simpleType>
    </xsd:element>
    <xsd:element name="AssetId" ma:index="8" nillable="true" ma:displayName="Asset ID" ma:default="" ma:indexed="true" ma:internalName="AssetId" ma:readOnly="false">
      <xsd:simpleType>
        <xsd:restriction base="dms:Text">
          <xsd:maxLength value="255"/>
        </xsd:restriction>
      </xsd:simpleType>
    </xsd:element>
    <xsd:element name="IsSearchable" ma:index="9" nillable="true" ma:displayName="Asset Searchable?" ma:default="true" ma:internalName="IsSearchable" ma:readOnly="false">
      <xsd:simpleType>
        <xsd:restriction base="dms:Boolean"/>
      </xsd:simpleType>
    </xsd:element>
    <xsd:element name="AssetType" ma:index="10" nillable="true" ma:displayName="Asset Type" ma:default="" ma:internalName="AssetType" ma:readOnly="false">
      <xsd:simpleType>
        <xsd:restriction base="dms:Unknown"/>
      </xsd:simpleType>
    </xsd:element>
    <xsd:element name="APAuthor" ma:index="11" nillable="true" ma:displayName="Author" ma:default="" ma:list="UserInfo" ma:internalName="APAuthor" ma:readOnly="false">
      <xsd:complexType>
        <xsd:complexContent>
          <xsd:extension base="dms:User">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AverageRating" ma:index="12" nillable="true" ma:displayName="Average Rating" ma:internalName="AverageRating" ma:readOnly="false">
      <xsd:simpleType>
        <xsd:restriction base="dms:Text"/>
      </xsd:simpleType>
    </xsd:element>
    <xsd:element name="BlockPublish" ma:index="13" nillable="true" ma:displayName="Block from Publishing?" ma:default="" ma:internalName="BlockPublish" ma:readOnly="false">
      <xsd:simpleType>
        <xsd:restriction base="dms:Boolean"/>
      </xsd:simpleType>
    </xsd:element>
    <xsd:element name="BugNumber" ma:index="14" nillable="true" ma:displayName="Bug Number" ma:default="" ma:internalName="BugNumber" ma:readOnly="false">
      <xsd:simpleType>
        <xsd:restriction base="dms:Text"/>
      </xsd:simpleType>
    </xsd:element>
    <xsd:element name="CampaignTagsTaxHTField0" ma:index="16" nillable="true" ma:taxonomy="true" ma:internalName="CampaignTagsTaxHTField0" ma:taxonomyFieldName="CampaignTags" ma:displayName="Campaigns" ma:readOnly="false" ma:default="" ma:fieldId="{1df42cc3-2301-4f11-a52a-6ead923c29ed}" ma:taxonomyMulti="true" ma:sspId="8f79753a-75d3-41f5-8ca3-40b843941b4f" ma:termSetId="ca0e50d4-faa1-44ce-961e-bb1441c60e66" ma:anchorId="00000000-0000-0000-0000-000000000000" ma:open="false" ma:isKeyword="false">
      <xsd:complexType>
        <xsd:sequence>
          <xsd:element ref="pc:Terms" minOccurs="0" maxOccurs="1"/>
        </xsd:sequence>
      </xsd:complexType>
    </xsd:element>
    <xsd:element name="TPClientViewer" ma:index="17" nillable="true" ma:displayName="Client Viewer" ma:default="" ma:internalName="TPClientViewer">
      <xsd:simpleType>
        <xsd:restriction base="dms:Text"/>
      </xsd:simpleType>
    </xsd:element>
    <xsd:element name="ClipArtFilename" ma:index="18" nillable="true" ma:displayName="Clip Art Name" ma:default="" ma:internalName="ClipArtFilename" ma:readOnly="false">
      <xsd:simpleType>
        <xsd:restriction base="dms:Text"/>
      </xsd:simpleType>
    </xsd:element>
    <xsd:element name="TPCommandLine" ma:index="19" nillable="true" ma:displayName="Command Line" ma:default="" ma:internalName="TPCommandLine">
      <xsd:simpleType>
        <xsd:restriction base="dms:Text"/>
      </xsd:simpleType>
    </xsd:element>
    <xsd:element name="TPComponent" ma:index="20" nillable="true" ma:displayName="Component" ma:default="" ma:internalName="TPComponent">
      <xsd:simpleType>
        <xsd:restriction base="dms:Text"/>
      </xsd:simpleType>
    </xsd:element>
    <xsd:element name="ContentItem" ma:index="21" nillable="true" ma:displayName="Content Item" ma:default="" ma:hidden="true" ma:internalName="ContentItem" ma:readOnly="false">
      <xsd:simpleType>
        <xsd:restriction base="dms:Unknown"/>
      </xsd:simpleType>
    </xsd:element>
    <xsd:element name="CrawlForDependencies" ma:index="23" nillable="true" ma:displayName="Crawl for Dependencies?" ma:default="true" ma:internalName="CrawlForDependencies" ma:readOnly="false">
      <xsd:simpleType>
        <xsd:restriction base="dms:Boolean"/>
      </xsd:simpleType>
    </xsd:element>
    <xsd:element name="CSXHash" ma:index="26" nillable="true" ma:displayName="CSX Hash" ma:default="" ma:indexed="true" ma:internalName="CSXHash" ma:readOnly="false">
      <xsd:simpleType>
        <xsd:restriction base="dms:Text"/>
      </xsd:simpleType>
    </xsd:element>
    <xsd:element name="CSXSubmissionMarket" ma:index="27" nillable="true" ma:displayName="CSX Submission Market" ma:default="" ma:list="{2FBD1B11-2ACE-4FDC-B5A3-635D4ADF6F1B}" ma:internalName="CSXSubmissionMarket" ma:readOnly="false" ma:showField="MarketName" ma:web="4873beb7-5857-4685-be1f-d57550cc96cc">
      <xsd:simpleType>
        <xsd:restriction base="dms:Lookup"/>
      </xsd:simpleType>
    </xsd:element>
    <xsd:element name="CSXUpdate" ma:index="28" nillable="true" ma:displayName="CSX Updated?" ma:default="false" ma:internalName="CSXUpdate" ma:readOnly="false">
      <xsd:simpleType>
        <xsd:restriction base="dms:Boolean"/>
      </xsd:simpleType>
    </xsd:element>
    <xsd:element name="IntlLangReviewDate" ma:index="29" nillable="true" ma:displayName="Date to Complete Intl QA" ma:default="" ma:internalName="IntlLangReviewDate" ma:readOnly="false">
      <xsd:simpleType>
        <xsd:restriction base="dms:DateTime"/>
      </xsd:simpleType>
    </xsd:element>
    <xsd:element name="IsDeleted" ma:index="30" nillable="true" ma:displayName="Deleted?" ma:default="" ma:internalName="IsDeleted" ma:readOnly="false">
      <xsd:simpleType>
        <xsd:restriction base="dms:Boolean"/>
      </xsd:simpleType>
    </xsd:element>
    <xsd:element name="APDescription" ma:index="31" nillable="true" ma:displayName="Description" ma:default="" ma:internalName="APDescription" ma:readOnly="false">
      <xsd:simpleType>
        <xsd:restriction base="dms:Note"/>
      </xsd:simpleType>
    </xsd:element>
    <xsd:element name="DirectSourceMarket" ma:index="32" nillable="true" ma:displayName="Direct Source Market Group" ma:default="" ma:internalName="DirectSourceMarket" ma:readOnly="false">
      <xsd:simpleType>
        <xsd:restriction base="dms:Text"/>
      </xsd:simpleType>
    </xsd:element>
    <xsd:element name="Downloads" ma:index="33" nillable="true" ma:displayName="Downloads" ma:default="0" ma:hidden="true" ma:internalName="Downloads" ma:readOnly="false">
      <xsd:simpleType>
        <xsd:restriction base="dms:Unknown"/>
      </xsd:simpleType>
    </xsd:element>
    <xsd:element name="DSATActionTaken" ma:index="34" nillable="true" ma:displayName="DSAT Action Taken" ma:default="" ma:internalName="DSATActionTaken" ma:readOnly="false">
      <xsd:simpleType>
        <xsd:restriction base="dms:Choice">
          <xsd:enumeration value="Best Bets"/>
          <xsd:enumeration value="Expire"/>
          <xsd:enumeration value="Hide"/>
          <xsd:enumeration value="None"/>
        </xsd:restriction>
      </xsd:simpleType>
    </xsd:element>
    <xsd:element name="APEditor" ma:index="35" nillable="true" ma:displayName="Editor" ma:default="" ma:list="UserInfo" ma:internalName="APEditor" ma:readOnly="false">
      <xsd:complexType>
        <xsd:complexContent>
          <xsd:extension base="dms:User">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EditorialStatus" ma:index="36" nillable="true" ma:displayName="Editorial Status" ma:default="" ma:internalName="EditorialStatus" ma:readOnly="false">
      <xsd:simpleType>
        <xsd:restriction base="dms:Unknown"/>
      </xsd:simpleType>
    </xsd:element>
    <xsd:element name="EditorialTags" ma:index="37" nillable="true" ma:displayName="Editorial Tags" ma:default="" ma:internalName="EditorialTags">
      <xsd:simpleType>
        <xsd:restriction base="dms:Unknown"/>
      </xsd:simpleType>
    </xsd:element>
    <xsd:element name="TPExecutable" ma:index="38" nillable="true" ma:displayName="Executable" ma:default="" ma:internalName="TPExecutable">
      <xsd:simpleType>
        <xsd:restriction base="dms:Text"/>
      </xsd:simpleType>
    </xsd:element>
    <xsd:element name="FeatureTagsTaxHTField0" ma:index="40" nillable="true" ma:taxonomy="true" ma:internalName="FeatureTagsTaxHTField0" ma:taxonomyFieldName="FeatureTags" ma:displayName="Features" ma:readOnly="false" ma:default="" ma:fieldId="{7fc0d542-15c6-4882-a8e3-13bca44403fb}" ma:taxonomyMulti="true" ma:sspId="8f79753a-75d3-41f5-8ca3-40b843941b4f" ma:termSetId="f1ab6845-967d-4854-a0ba-4ec07f0f8113" ma:anchorId="00000000-0000-0000-0000-000000000000" ma:open="false" ma:isKeyword="false">
      <xsd:complexType>
        <xsd:sequence>
          <xsd:element ref="pc:Terms" minOccurs="0" maxOccurs="1"/>
        </xsd:sequence>
      </xsd:complexType>
    </xsd:element>
    <xsd:element name="TPFriendlyName" ma:index="41" nillable="true" ma:displayName="Friendly Name" ma:default="" ma:internalName="TPFriendlyName">
      <xsd:simpleType>
        <xsd:restriction base="dms:Text"/>
      </xsd:simpleType>
    </xsd:element>
    <xsd:element name="FriendlyTitle" ma:index="42" nillable="true" ma:displayName="Friendly Title" ma:default="" ma:description="Shorter title to be used when displaying search results" ma:internalName="FriendlyTitle" ma:readOnly="false">
      <xsd:simpleType>
        <xsd:restriction base="dms:Text"/>
      </xsd:simpleType>
    </xsd:element>
    <xsd:element name="PrimaryImageGen" ma:index="43" nillable="true" ma:displayName="Generate Images?" ma:default="true" ma:internalName="PrimaryImageGen">
      <xsd:simpleType>
        <xsd:restriction base="dms:Boolean"/>
      </xsd:simpleType>
    </xsd:element>
    <xsd:element name="HandoffToMSDN" ma:index="44" nillable="true" ma:displayName="Handoff To MSDN Date" ma:default="" ma:internalName="HandoffToMSDN" ma:readOnly="false">
      <xsd:simpleType>
        <xsd:restriction base="dms:DateTime"/>
      </xsd:simpleType>
    </xsd:element>
    <xsd:element name="InProjectListLookup" ma:index="45" nillable="true" ma:displayName="InProjectListLookup" ma:list="{9E343742-310B-4684-A24C-1D137CB4B230}" ma:internalName="InProjectListLookup" ma:readOnly="true" ma:showField="InProjectList" ma:web="4873beb7-5857-4685-be1f-d57550cc96cc">
      <xsd:complexType>
        <xsd:complexContent>
          <xsd:extension base="dms:MultiChoiceLookup">
            <xsd:sequence>
              <xsd:element name="Value" type="dms:Lookup" maxOccurs="unbounded" minOccurs="0" nillable="true"/>
            </xsd:sequence>
          </xsd:extension>
        </xsd:complexContent>
      </xsd:complexType>
    </xsd:element>
    <xsd:element name="TPInstallLocation" ma:index="46" nillable="true" ma:displayName="Install Location" ma:default="" ma:internalName="TPInstallLocation">
      <xsd:simpleType>
        <xsd:restriction base="dms:Text"/>
      </xsd:simpleType>
    </xsd:element>
    <xsd:element name="InternalTagsTaxHTField0" ma:index="48" nillable="true" ma:taxonomy="true" ma:internalName="InternalTagsTaxHTField0" ma:taxonomyFieldName="InternalTags" ma:displayName="Internal Tags" ma:readOnly="false" ma:default="" ma:fieldId="{1490b8a4-2706-41ec-b5e3-73176dccf34e}" ma:taxonomyMulti="true" ma:sspId="8f79753a-75d3-41f5-8ca3-40b843941b4f" ma:termSetId="82b6639e-f7fc-4c18-ad2d-003a6e707765" ma:anchorId="00000000-0000-0000-0000-000000000000" ma:open="false" ma:isKeyword="false">
      <xsd:complexType>
        <xsd:sequence>
          <xsd:element ref="pc:Terms" minOccurs="0" maxOccurs="1"/>
        </xsd:sequence>
      </xsd:complexType>
    </xsd:element>
    <xsd:element name="IntlLangReview" ma:index="49" nillable="true" ma:displayName="Intl Lang QA Review Required?" ma:default="" ma:internalName="IntlLangReview" ma:readOnly="false">
      <xsd:simpleType>
        <xsd:restriction base="dms:Boolean"/>
      </xsd:simpleType>
    </xsd:element>
    <xsd:element name="IntlLangReviewer" ma:index="50" nillable="true" ma:displayName="Intl Lang QA Reviewer" ma:default="" ma:internalName="IntlLangReviewer" ma:readOnly="false">
      <xsd:simpleType>
        <xsd:restriction base="dms:Text"/>
      </xsd:simpleType>
    </xsd:element>
    <xsd:element name="MarketSpecific" ma:index="51" nillable="true" ma:displayName="Is Market Specific?" ma:default="" ma:internalName="MarketSpecific" ma:readOnly="false">
      <xsd:simpleType>
        <xsd:restriction base="dms:Boolean"/>
      </xsd:simpleType>
    </xsd:element>
    <xsd:element name="LastCompleteVersionLookup" ma:index="52" nillable="true" ma:displayName="Last Complete Version Lookup" ma:default="" ma:list="{9E343742-310B-4684-A24C-1D137CB4B230}" ma:internalName="LastCompleteVersionLookup" ma:readOnly="true" ma:showField="LastCompleteVersion" ma:web="4873beb7-5857-4685-be1f-d57550cc96cc">
      <xsd:complexType>
        <xsd:complexContent>
          <xsd:extension base="dms:MultiChoiceLookup">
            <xsd:sequence>
              <xsd:element name="Value" type="dms:Lookup" maxOccurs="unbounded" minOccurs="0" nillable="true"/>
            </xsd:sequence>
          </xsd:extension>
        </xsd:complexContent>
      </xsd:complexType>
    </xsd:element>
    <xsd:element name="LastHandOff" ma:index="53" nillable="true" ma:displayName="Last Hand-off" ma:default="" ma:internalName="LastHandOff" ma:readOnly="false">
      <xsd:simpleType>
        <xsd:restriction base="dms:DateTime"/>
      </xsd:simpleType>
    </xsd:element>
    <xsd:element name="LastModifiedDateTime" ma:index="54" nillable="true" ma:displayName="Last Modified Date" ma:default="" ma:internalName="LastModifiedDateTime" ma:readOnly="false">
      <xsd:simpleType>
        <xsd:restriction base="dms:DateTime"/>
      </xsd:simpleType>
    </xsd:element>
    <xsd:element name="LastPreviewErrorLookup" ma:index="55" nillable="true" ma:displayName="Last Preview Attempt Error" ma:default="" ma:list="{9E343742-310B-4684-A24C-1D137CB4B230}" ma:internalName="LastPreviewErrorLookup" ma:readOnly="true" ma:showField="LastPreviewError" ma:web="4873beb7-5857-4685-be1f-d57550cc96cc">
      <xsd:complexType>
        <xsd:complexContent>
          <xsd:extension base="dms:MultiChoiceLookup">
            <xsd:sequence>
              <xsd:element name="Value" type="dms:Lookup" maxOccurs="unbounded" minOccurs="0" nillable="true"/>
            </xsd:sequence>
          </xsd:extension>
        </xsd:complexContent>
      </xsd:complexType>
    </xsd:element>
    <xsd:element name="LastPreviewResultLookup" ma:index="56" nillable="true" ma:displayName="Last Preview Attempt Result" ma:default="" ma:list="{9E343742-310B-4684-A24C-1D137CB4B230}" ma:internalName="LastPreviewResultLookup" ma:readOnly="true" ma:showField="LastPreviewResult" ma:web="4873beb7-5857-4685-be1f-d57550cc96cc">
      <xsd:complexType>
        <xsd:complexContent>
          <xsd:extension base="dms:MultiChoiceLookup">
            <xsd:sequence>
              <xsd:element name="Value" type="dms:Lookup" maxOccurs="unbounded" minOccurs="0" nillable="true"/>
            </xsd:sequence>
          </xsd:extension>
        </xsd:complexContent>
      </xsd:complexType>
    </xsd:element>
    <xsd:element name="LastPreviewAttemptDateLookup" ma:index="57" nillable="true" ma:displayName="Last Preview Attempted On" ma:default="" ma:list="{9E343742-310B-4684-A24C-1D137CB4B230}" ma:internalName="LastPreviewAttemptDateLookup" ma:readOnly="true" ma:showField="LastPreviewAttemptDate" ma:web="4873beb7-5857-4685-be1f-d57550cc96cc">
      <xsd:complexType>
        <xsd:complexContent>
          <xsd:extension base="dms:MultiChoiceLookup">
            <xsd:sequence>
              <xsd:element name="Value" type="dms:Lookup" maxOccurs="unbounded" minOccurs="0" nillable="true"/>
            </xsd:sequence>
          </xsd:extension>
        </xsd:complexContent>
      </xsd:complexType>
    </xsd:element>
    <xsd:element name="LastPreviewedByLookup" ma:index="58" nillable="true" ma:displayName="Last Previewed By" ma:default="" ma:list="{9E343742-310B-4684-A24C-1D137CB4B230}" ma:internalName="LastPreviewedByLookup" ma:readOnly="true" ma:showField="LastPreviewedBy" ma:web="4873beb7-5857-4685-be1f-d57550cc96cc">
      <xsd:complexType>
        <xsd:complexContent>
          <xsd:extension base="dms:MultiChoiceLookup">
            <xsd:sequence>
              <xsd:element name="Value" type="dms:Lookup" maxOccurs="unbounded" minOccurs="0" nillable="true"/>
            </xsd:sequence>
          </xsd:extension>
        </xsd:complexContent>
      </xsd:complexType>
    </xsd:element>
    <xsd:element name="LastPreviewTimeLookup" ma:index="59" nillable="true" ma:displayName="Last Previewed Date" ma:default="" ma:list="{9E343742-310B-4684-A24C-1D137CB4B230}" ma:internalName="LastPreviewTimeLookup" ma:readOnly="true" ma:showField="LastPreviewTime" ma:web="4873beb7-5857-4685-be1f-d57550cc96cc">
      <xsd:complexType>
        <xsd:complexContent>
          <xsd:extension base="dms:MultiChoiceLookup">
            <xsd:sequence>
              <xsd:element name="Value" type="dms:Lookup" maxOccurs="unbounded" minOccurs="0" nillable="true"/>
            </xsd:sequence>
          </xsd:extension>
        </xsd:complexContent>
      </xsd:complexType>
    </xsd:element>
    <xsd:element name="LastPreviewVersionLookup" ma:index="60" nillable="true" ma:displayName="Last Previewed Version" ma:default="" ma:list="{9E343742-310B-4684-A24C-1D137CB4B230}" ma:internalName="LastPreviewVersionLookup" ma:readOnly="true" ma:showField="LastPreviewVersion" ma:web="4873beb7-5857-4685-be1f-d57550cc96cc">
      <xsd:complexType>
        <xsd:complexContent>
          <xsd:extension base="dms:MultiChoiceLookup">
            <xsd:sequence>
              <xsd:element name="Value" type="dms:Lookup" maxOccurs="unbounded" minOccurs="0" nillable="true"/>
            </xsd:sequence>
          </xsd:extension>
        </xsd:complexContent>
      </xsd:complexType>
    </xsd:element>
    <xsd:element name="LastPublishErrorLookup" ma:index="61" nillable="true" ma:displayName="Last Publish Attempt Error" ma:default="" ma:list="{9E343742-310B-4684-A24C-1D137CB4B230}" ma:internalName="LastPublishErrorLookup" ma:readOnly="true" ma:showField="LastPublishError" ma:web="4873beb7-5857-4685-be1f-d57550cc96cc">
      <xsd:complexType>
        <xsd:complexContent>
          <xsd:extension base="dms:MultiChoiceLookup">
            <xsd:sequence>
              <xsd:element name="Value" type="dms:Lookup" maxOccurs="unbounded" minOccurs="0" nillable="true"/>
            </xsd:sequence>
          </xsd:extension>
        </xsd:complexContent>
      </xsd:complexType>
    </xsd:element>
    <xsd:element name="LastPublishResultLookup" ma:index="62" nillable="true" ma:displayName="Last Publish Attempt Result" ma:default="" ma:list="{9E343742-310B-4684-A24C-1D137CB4B230}" ma:internalName="LastPublishResultLookup" ma:readOnly="true" ma:showField="LastPublishResult" ma:web="4873beb7-5857-4685-be1f-d57550cc96cc">
      <xsd:complexType>
        <xsd:complexContent>
          <xsd:extension base="dms:MultiChoiceLookup">
            <xsd:sequence>
              <xsd:element name="Value" type="dms:Lookup" maxOccurs="unbounded" minOccurs="0" nillable="true"/>
            </xsd:sequence>
          </xsd:extension>
        </xsd:complexContent>
      </xsd:complexType>
    </xsd:element>
    <xsd:element name="LastPublishAttemptDateLookup" ma:index="63" nillable="true" ma:displayName="Last Publish Attempted On" ma:default="" ma:list="{9E343742-310B-4684-A24C-1D137CB4B230}" ma:internalName="LastPublishAttemptDateLookup" ma:readOnly="true" ma:showField="LastPublishAttemptDate" ma:web="4873beb7-5857-4685-be1f-d57550cc96cc">
      <xsd:complexType>
        <xsd:complexContent>
          <xsd:extension base="dms:MultiChoiceLookup">
            <xsd:sequence>
              <xsd:element name="Value" type="dms:Lookup" maxOccurs="unbounded" minOccurs="0" nillable="true"/>
            </xsd:sequence>
          </xsd:extension>
        </xsd:complexContent>
      </xsd:complexType>
    </xsd:element>
    <xsd:element name="LastPublishedByLookup" ma:index="64" nillable="true" ma:displayName="Last Published By" ma:default="" ma:list="{9E343742-310B-4684-A24C-1D137CB4B230}" ma:internalName="LastPublishedByLookup" ma:readOnly="true" ma:showField="LastPublishedBy" ma:web="4873beb7-5857-4685-be1f-d57550cc96cc">
      <xsd:complexType>
        <xsd:complexContent>
          <xsd:extension base="dms:MultiChoiceLookup">
            <xsd:sequence>
              <xsd:element name="Value" type="dms:Lookup" maxOccurs="unbounded" minOccurs="0" nillable="true"/>
            </xsd:sequence>
          </xsd:extension>
        </xsd:complexContent>
      </xsd:complexType>
    </xsd:element>
    <xsd:element name="LastPublishTimeLookup" ma:index="65" nillable="true" ma:displayName="Last Published Date" ma:default="" ma:list="{9E343742-310B-4684-A24C-1D137CB4B230}" ma:internalName="LastPublishTimeLookup" ma:readOnly="true" ma:showField="LastPublishTime" ma:web="4873beb7-5857-4685-be1f-d57550cc96cc">
      <xsd:complexType>
        <xsd:complexContent>
          <xsd:extension base="dms:MultiChoiceLookup">
            <xsd:sequence>
              <xsd:element name="Value" type="dms:Lookup" maxOccurs="unbounded" minOccurs="0" nillable="true"/>
            </xsd:sequence>
          </xsd:extension>
        </xsd:complexContent>
      </xsd:complexType>
    </xsd:element>
    <xsd:element name="LastPublishVersionLookup" ma:index="66" nillable="true" ma:displayName="Last Published Version" ma:default="" ma:list="{9E343742-310B-4684-A24C-1D137CB4B230}" ma:internalName="LastPublishVersionLookup" ma:readOnly="true" ma:showField="LastPublishVersion" ma:web="4873beb7-5857-4685-be1f-d57550cc96cc">
      <xsd:complexType>
        <xsd:complexContent>
          <xsd:extension base="dms:MultiChoiceLookup">
            <xsd:sequence>
              <xsd:element name="Value" type="dms:Lookup" maxOccurs="unbounded" minOccurs="0" nillable="true"/>
            </xsd:sequence>
          </xsd:extension>
        </xsd:complexContent>
      </xsd:complexType>
    </xsd:element>
    <xsd:element name="TPLaunchHelpLinkType" ma:index="67" nillable="true" ma:displayName="Launch Help Link Type" ma:default="Template" ma:internalName="TPLaunchHelpLinkType">
      <xsd:simpleType>
        <xsd:restriction base="dms:Choice">
          <xsd:enumeration value="Template"/>
          <xsd:enumeration value="Training"/>
          <xsd:enumeration value="URL"/>
          <xsd:enumeration value="None"/>
        </xsd:restriction>
      </xsd:simpleType>
    </xsd:element>
    <xsd:element name="LegacyData" ma:index="68" nillable="true" ma:displayName="Legacy Data" ma:default="" ma:internalName="LegacyData" ma:readOnly="false">
      <xsd:simpleType>
        <xsd:restriction base="dms:Note"/>
      </xsd:simpleType>
    </xsd:element>
    <xsd:element name="TPLaunchHelpLink" ma:index="69" nillable="true" ma:displayName="Link to Launch Help Topic" ma:default="" ma:internalName="TPLaunchHelpLink">
      <xsd:simpleType>
        <xsd:restriction base="dms:Text"/>
      </xsd:simpleType>
    </xsd:element>
    <xsd:element name="LocComments" ma:index="70" nillable="true" ma:displayName="Loc Approval Comments" ma:default="" ma:internalName="LocComments" ma:readOnly="false">
      <xsd:simpleType>
        <xsd:restriction base="dms:Note"/>
      </xsd:simpleType>
    </xsd:element>
    <xsd:element name="LocLastLocAttemptVersionLookup" ma:index="71" nillable="true" ma:displayName="Loc Last Loc Attempt Version" ma:default="" ma:list="{7DD1DCEC-E449-43D3-891F-7DC62F62AD21}" ma:internalName="LocLastLocAttemptVersionLookup" ma:readOnly="false" ma:showField="LastLocAttemptVersion" ma:web="4873beb7-5857-4685-be1f-d57550cc96cc">
      <xsd:simpleType>
        <xsd:restriction base="dms:Lookup"/>
      </xsd:simpleType>
    </xsd:element>
    <xsd:element name="LocLastLocAttemptVersionTypeLookup" ma:index="72" nillable="true" ma:displayName="Loc Last Loc Attempt Version Type" ma:default="" ma:list="{7DD1DCEC-E449-43D3-891F-7DC62F62AD21}" ma:internalName="LocLastLocAttemptVersionTypeLookup" ma:readOnly="true" ma:showField="LastLocAttemptVersionType" ma:web="4873beb7-5857-4685-be1f-d57550cc96cc">
      <xsd:simpleType>
        <xsd:restriction base="dms:Lookup"/>
      </xsd:simpleType>
    </xsd:element>
    <xsd:element name="LocManualTestRequired" ma:index="73" nillable="true" ma:displayName="Loc Manual Test Required" ma:default="" ma:internalName="LocManualTestRequired" ma:readOnly="false">
      <xsd:simpleType>
        <xsd:restriction base="dms:Boolean"/>
      </xsd:simpleType>
    </xsd:element>
    <xsd:element name="LocMarketGroupTiers2" ma:index="74" nillable="true" ma:displayName="Loc Market Group Tiers" ma:internalName="LocMarketGroupTiers2" ma:readOnly="false">
      <xsd:simpleType>
        <xsd:restriction base="dms:Unknown"/>
      </xsd:simpleType>
    </xsd:element>
    <xsd:element name="LocNewPublishedVersionLookup" ma:index="75" nillable="true" ma:displayName="Loc New Published Version Lookup" ma:default="" ma:list="{7DD1DCEC-E449-43D3-891F-7DC62F62AD21}" ma:internalName="LocNewPublishedVersionLookup" ma:readOnly="true" ma:showField="NewPublishedVersion" ma:web="4873beb7-5857-4685-be1f-d57550cc96cc">
      <xsd:simpleType>
        <xsd:restriction base="dms:Lookup"/>
      </xsd:simpleType>
    </xsd:element>
    <xsd:element name="LocOverallHandbackStatusLookup" ma:index="76" nillable="true" ma:displayName="Loc Overall Handback Status" ma:default="" ma:list="{7DD1DCEC-E449-43D3-891F-7DC62F62AD21}" ma:internalName="LocOverallHandbackStatusLookup" ma:readOnly="true" ma:showField="OverallHandbackStatus" ma:web="4873beb7-5857-4685-be1f-d57550cc96cc">
      <xsd:simpleType>
        <xsd:restriction base="dms:Lookup"/>
      </xsd:simpleType>
    </xsd:element>
    <xsd:element name="LocOverallLocStatusLookup" ma:index="77" nillable="true" ma:displayName="Loc Overall Localize Status" ma:default="" ma:list="{7DD1DCEC-E449-43D3-891F-7DC62F62AD21}" ma:internalName="LocOverallLocStatusLookup" ma:readOnly="true" ma:showField="OverallLocStatus" ma:web="4873beb7-5857-4685-be1f-d57550cc96cc">
      <xsd:simpleType>
        <xsd:restriction base="dms:Lookup"/>
      </xsd:simpleType>
    </xsd:element>
    <xsd:element name="LocOverallPreviewStatusLookup" ma:index="78" nillable="true" ma:displayName="Loc Overall Preview Status" ma:default="" ma:list="{7DD1DCEC-E449-43D3-891F-7DC62F62AD21}" ma:internalName="LocOverallPreviewStatusLookup" ma:readOnly="true" ma:showField="OverallPreviewStatus" ma:web="4873beb7-5857-4685-be1f-d57550cc96cc">
      <xsd:simpleType>
        <xsd:restriction base="dms:Lookup"/>
      </xsd:simpleType>
    </xsd:element>
    <xsd:element name="LocOverallPublishStatusLookup" ma:index="79" nillable="true" ma:displayName="Loc Overall Publish Status" ma:default="" ma:list="{7DD1DCEC-E449-43D3-891F-7DC62F62AD21}" ma:internalName="LocOverallPublishStatusLookup" ma:readOnly="true" ma:showField="OverallPublishStatus" ma:web="4873beb7-5857-4685-be1f-d57550cc96cc">
      <xsd:simpleType>
        <xsd:restriction base="dms:Lookup"/>
      </xsd:simpleType>
    </xsd:element>
    <xsd:element name="IntlLocPriority" ma:index="80" nillable="true" ma:displayName="Loc Priority" ma:default="" ma:internalName="IntlLocPriority" ma:readOnly="false">
      <xsd:simpleType>
        <xsd:restriction base="dms:Unknown"/>
      </xsd:simpleType>
    </xsd:element>
    <xsd:element name="LocProcessedForHandoffsLookup" ma:index="81" nillable="true" ma:displayName="Loc Processed For Handoffs" ma:default="" ma:list="{7DD1DCEC-E449-43D3-891F-7DC62F62AD21}" ma:internalName="LocProcessedForHandoffsLookup" ma:readOnly="true" ma:showField="ProcessedForHandoffs" ma:web="4873beb7-5857-4685-be1f-d57550cc96cc">
      <xsd:simpleType>
        <xsd:restriction base="dms:Lookup"/>
      </xsd:simpleType>
    </xsd:element>
    <xsd:element name="LocProcessedForMarketsLookup" ma:index="82" nillable="true" ma:displayName="Loc Processed For Markets" ma:default="" ma:list="{7DD1DCEC-E449-43D3-891F-7DC62F62AD21}" ma:internalName="LocProcessedForMarketsLookup" ma:readOnly="true" ma:showField="ProcessedForMarkets" ma:web="4873beb7-5857-4685-be1f-d57550cc96cc">
      <xsd:simpleType>
        <xsd:restriction base="dms:Lookup"/>
      </xsd:simpleType>
    </xsd:element>
    <xsd:element name="LocPublishedDependentAssetsLookup" ma:index="83" nillable="true" ma:displayName="Loc Published Dependent Assets" ma:default="" ma:list="{7DD1DCEC-E449-43D3-891F-7DC62F62AD21}" ma:internalName="LocPublishedDependentAssetsLookup" ma:readOnly="true" ma:showField="PublishedDependentAssets" ma:web="4873beb7-5857-4685-be1f-d57550cc96cc">
      <xsd:simpleType>
        <xsd:restriction base="dms:Lookup"/>
      </xsd:simpleType>
    </xsd:element>
    <xsd:element name="LocPublishedLinkedAssetsLookup" ma:index="84" nillable="true" ma:displayName="Loc Published Linked Assets" ma:default="" ma:list="{7DD1DCEC-E449-43D3-891F-7DC62F62AD21}" ma:internalName="LocPublishedLinkedAssetsLookup" ma:readOnly="true" ma:showField="PublishedLinkedAssets" ma:web="4873beb7-5857-4685-be1f-d57550cc96cc">
      <xsd:simpleType>
        <xsd:restriction base="dms:Lookup"/>
      </xsd:simpleType>
    </xsd:element>
    <xsd:element name="LocRecommendedHandoff" ma:index="85" nillable="true" ma:displayName="Loc Recommended Handoff" ma:default="" ma:indexed="true" ma:internalName="LocRecommendedHandoff" ma:readOnly="false">
      <xsd:simpleType>
        <xsd:restriction base="dms:Text"/>
      </xsd:simpleType>
    </xsd:element>
    <xsd:element name="LocalizationTagsTaxHTField0" ma:index="87" nillable="true" ma:taxonomy="true" ma:internalName="LocalizationTagsTaxHTField0" ma:taxonomyFieldName="LocalizationTags" ma:displayName="Localization Tags" ma:readOnly="false" ma:default="" ma:fieldId="{00f02cb3-2c7c-424a-9c61-10e9b6878429}" ma:taxonomyMulti="true" ma:sspId="8f79753a-75d3-41f5-8ca3-40b843941b4f" ma:termSetId="5b7703a5-8e8b-4b58-8b31-1cea35331da3" ma:anchorId="00000000-0000-0000-0000-000000000000" ma:open="false" ma:isKeyword="false">
      <xsd:complexType>
        <xsd:sequence>
          <xsd:element ref="pc:Terms" minOccurs="0" maxOccurs="1"/>
        </xsd:sequence>
      </xsd:complexType>
    </xsd:element>
    <xsd:element name="MachineTranslated" ma:index="88" nillable="true" ma:displayName="Machine Translated" ma:default="" ma:internalName="MachineTranslated" ma:readOnly="false">
      <xsd:simpleType>
        <xsd:restriction base="dms:Boolean"/>
      </xsd:simpleType>
    </xsd:element>
    <xsd:element name="Manager" ma:index="89" nillable="true" ma:displayName="Manager" ma:hidden="true" ma:internalName="Manager" ma:readOnly="false">
      <xsd:simpleType>
        <xsd:restriction base="dms:Text"/>
      </xsd:simpleType>
    </xsd:element>
    <xsd:element name="Markets" ma:index="90" nillable="true" ma:displayName="Markets" ma:default="" ma:description="Leave blank to show in all markets" ma:list="{2FBD1B11-2ACE-4FDC-B5A3-635D4ADF6F1B}" ma:internalName="Markets" ma:readOnly="false" ma:showField="MarketName" ma:web="4873beb7-5857-4685-be1f-d57550cc96cc">
      <xsd:complexType>
        <xsd:complexContent>
          <xsd:extension base="dms:MultiChoiceLookup">
            <xsd:sequence>
              <xsd:element name="Value" type="dms:Lookup" maxOccurs="unbounded" minOccurs="0" nillable="true"/>
            </xsd:sequence>
          </xsd:extension>
        </xsd:complexContent>
      </xsd:complexType>
    </xsd:element>
    <xsd:element name="Milestone" ma:index="91" nillable="true" ma:displayName="Milestone" ma:default="" ma:internalName="Milestone" ma:readOnly="false">
      <xsd:simpleType>
        <xsd:restriction base="dms:Unknown"/>
      </xsd:simpleType>
    </xsd:element>
    <xsd:element name="TPNamespace" ma:index="94" nillable="true" ma:displayName="Namespace" ma:default="" ma:internalName="TPNamespace">
      <xsd:simpleType>
        <xsd:restriction base="dms:Text"/>
      </xsd:simpleType>
    </xsd:element>
    <xsd:element name="NumericId" ma:index="95" nillable="true" ma:displayName="Numeric ID" ma:default="" ma:indexed="true" ma:internalName="NumericId" ma:readOnly="false">
      <xsd:simpleType>
        <xsd:restriction base="dms:Number"/>
      </xsd:simpleType>
    </xsd:element>
    <xsd:element name="NumOfRatingsLookup" ma:index="96" nillable="true" ma:displayName="NumOfRatings" ma:default="" ma:list="{9E343742-310B-4684-A24C-1D137CB4B230}" ma:internalName="NumOfRatingsLookup" ma:readOnly="true" ma:showField="NumOfRatings" ma:web="4873beb7-5857-4685-be1f-d57550cc96cc">
      <xsd:complexType>
        <xsd:complexContent>
          <xsd:extension base="dms:MultiChoiceLookup">
            <xsd:sequence>
              <xsd:element name="Value" type="dms:Lookup" maxOccurs="unbounded" minOccurs="0" nillable="true"/>
            </xsd:sequence>
          </xsd:extension>
        </xsd:complexContent>
      </xsd:complexType>
    </xsd:element>
    <xsd:element name="OOCacheId" ma:index="97" nillable="true" ma:displayName="OOCacheId" ma:internalName="OOCacheId" ma:readOnly="false">
      <xsd:simpleType>
        <xsd:restriction base="dms:Text"/>
      </xsd:simpleType>
    </xsd:element>
    <xsd:element name="OpenTemplate" ma:index="98" nillable="true" ma:displayName="Open Template" ma:default="true" ma:internalName="OpenTemplate">
      <xsd:simpleType>
        <xsd:restriction base="dms:Boolean"/>
      </xsd:simpleType>
    </xsd:element>
    <xsd:element name="OriginAsset" ma:index="99" nillable="true" ma:displayName="Origin Asset" ma:default="" ma:internalName="OriginAsset" ma:readOnly="false">
      <xsd:simpleType>
        <xsd:restriction base="dms:Text"/>
      </xsd:simpleType>
    </xsd:element>
    <xsd:element name="OriginalRelease" ma:index="100" nillable="true" ma:displayName="Original Release" ma:default="15" ma:internalName="OriginalRelease" ma:readOnly="false">
      <xsd:simpleType>
        <xsd:restriction base="dms:Choice">
          <xsd:enumeration value="14"/>
          <xsd:enumeration value="15"/>
          <xsd:enumeration value="16"/>
        </xsd:restriction>
      </xsd:simpleType>
    </xsd:element>
    <xsd:element name="OriginalSourceMarket" ma:index="101" nillable="true" ma:displayName="Original Source Market Group" ma:default="" ma:internalName="OriginalSourceMarket" ma:readOnly="false">
      <xsd:simpleType>
        <xsd:restriction base="dms:Text"/>
      </xsd:simpleType>
    </xsd:element>
    <xsd:element name="OutputCachingOn" ma:index="102" nillable="true" ma:displayName="Output Caching" ma:default="true" ma:hidden="true" ma:internalName="OutputCachingOn" ma:readOnly="false">
      <xsd:simpleType>
        <xsd:restriction base="dms:Boolean"/>
      </xsd:simpleType>
    </xsd:element>
    <xsd:element name="ParentAssetId" ma:index="103" nillable="true" ma:displayName="Parent Asset Id" ma:default="" ma:internalName="ParentAssetId" ma:readOnly="false">
      <xsd:simpleType>
        <xsd:restriction base="dms:Text"/>
      </xsd:simpleType>
    </xsd:element>
    <xsd:element name="PlannedPubDate" ma:index="104" nillable="true" ma:displayName="Planned Publish Date" ma:default="" ma:indexed="true" ma:internalName="PlannedPubDate" ma:readOnly="false">
      <xsd:simpleType>
        <xsd:restriction base="dms:DateTime"/>
      </xsd:simpleType>
    </xsd:element>
    <xsd:element name="PolicheckWords" ma:index="105" nillable="true" ma:displayName="Policheck Words" ma:default="" ma:internalName="PolicheckWords" ma:readOnly="false">
      <xsd:simpleType>
        <xsd:restriction base="dms:Text"/>
      </xsd:simpleType>
    </xsd:element>
    <xsd:element name="BusinessGroup" ma:index="106" nillable="true" ma:displayName="Product Division Owner" ma:default="" ma:internalName="BusinessGroup" ma:readOnly="false">
      <xsd:simpleType>
        <xsd:restriction base="dms:Unknown"/>
      </xsd:simpleType>
    </xsd:element>
    <xsd:element name="UAProjectedTotalWords" ma:index="107" nillable="true" ma:displayName="Projected Word Count" ma:default="" ma:internalName="UAProjectedTotalWords" ma:readOnly="false">
      <xsd:simpleType>
        <xsd:restriction base="dms:Unknown"/>
      </xsd:simpleType>
    </xsd:element>
    <xsd:element name="Provider" ma:index="108" nillable="true" ma:displayName="Provider" ma:default="" ma:internalName="Provider" ma:readOnly="false">
      <xsd:simpleType>
        <xsd:restriction base="dms:Unknown"/>
      </xsd:simpleType>
    </xsd:element>
    <xsd:element name="Providers" ma:index="109" nillable="true" ma:displayName="Providers" ma:default="" ma:internalName="Providers">
      <xsd:simpleType>
        <xsd:restriction base="dms:Unknown"/>
      </xsd:simpleType>
    </xsd:element>
    <xsd:element name="PublishStatusLookup" ma:index="110" nillable="true" ma:displayName="Publish Status" ma:default="" ma:list="{9E343742-310B-4684-A24C-1D137CB4B230}" ma:internalName="PublishStatusLookup" ma:readOnly="false" ma:showField="PublishStatus" ma:web="4873beb7-5857-4685-be1f-d57550cc96cc">
      <xsd:complexType>
        <xsd:complexContent>
          <xsd:extension base="dms:MultiChoiceLookup">
            <xsd:sequence>
              <xsd:element name="Value" type="dms:Lookup" maxOccurs="unbounded" minOccurs="0" nillable="true"/>
            </xsd:sequence>
          </xsd:extension>
        </xsd:complexContent>
      </xsd:complexType>
    </xsd:element>
    <xsd:element name="PublishTargets" ma:index="111" nillable="true" ma:displayName="Publish Target" ma:default="OfficeOnlineVNext" ma:internalName="PublishTargets" ma:readOnly="false">
      <xsd:simpleType>
        <xsd:restriction base="dms:Unknown"/>
      </xsd:simpleType>
    </xsd:element>
    <xsd:element name="RecommendationsModifier" ma:index="112" nillable="true" ma:displayName="Recommendations Modifier" ma:default="" ma:internalName="RecommendationsModifier" ma:readOnly="false">
      <xsd:simpleType>
        <xsd:restriction base="dms:Number"/>
      </xsd:simpleType>
    </xsd:element>
    <xsd:element name="ArtSampleDocs" ma:index="113" nillable="true" ma:displayName="Sample Docs" ma:default="" ma:hidden="true" ma:internalName="ArtSampleDocs" ma:readOnly="false">
      <xsd:simpleType>
        <xsd:restriction base="dms:Text"/>
      </xsd:simpleType>
    </xsd:element>
    <xsd:element name="ScenarioTagsTaxHTField0" ma:index="115" nillable="true" ma:taxonomy="true" ma:internalName="ScenarioTagsTaxHTField0" ma:taxonomyFieldName="ScenarioTags" ma:displayName="Scenarios" ma:readOnly="false" ma:default="" ma:fieldId="{93aef74d-6c78-4815-8310-51477dceeccc}" ma:taxonomyMulti="true" ma:sspId="8f79753a-75d3-41f5-8ca3-40b843941b4f" ma:termSetId="4b7d5f16-e2f2-4fc0-bab3-6e8b931e57d6" ma:anchorId="00000000-0000-0000-0000-000000000000" ma:open="false" ma:isKeyword="false">
      <xsd:complexType>
        <xsd:sequence>
          <xsd:element ref="pc:Terms" minOccurs="0" maxOccurs="1"/>
        </xsd:sequence>
      </xsd:complexType>
    </xsd:element>
    <xsd:element name="ShowIn" ma:index="117" nillable="true" ma:displayName="Show In" ma:default="Show everywhere" ma:internalName="ShowIn" ma:readOnly="false">
      <xsd:simpleType>
        <xsd:restriction base="dms:Choice">
          <xsd:enumeration value="Hide on web"/>
          <xsd:enumeration value="On Web no search"/>
          <xsd:enumeration value="Show everywhere"/>
          <xsd:enumeration value="Special use only"/>
        </xsd:restriction>
      </xsd:simpleType>
    </xsd:element>
    <xsd:element name="SourceTitle" ma:index="118" nillable="true" ma:displayName="Source Title" ma:default="" ma:indexed="true" ma:internalName="SourceTitle" ma:readOnly="false">
      <xsd:simpleType>
        <xsd:restriction base="dms:Text"/>
      </xsd:simpleType>
    </xsd:element>
    <xsd:element name="CSXSubmissionDate" ma:index="119" nillable="true" ma:displayName="Submission Date" ma:default="" ma:internalName="CSXSubmissionDate" ma:readOnly="false">
      <xsd:simpleType>
        <xsd:restriction base="dms:DateTime"/>
      </xsd:simpleType>
    </xsd:element>
    <xsd:element name="SubmitterId" ma:index="120" nillable="true" ma:displayName="Submitter ID" ma:default="" ma:internalName="SubmitterId" ma:readOnly="false">
      <xsd:simpleType>
        <xsd:restriction base="dms:Text"/>
      </xsd:simpleType>
    </xsd:element>
    <xsd:element name="TaxCatchAll" ma:index="121" nillable="true" ma:displayName="Taxonomy Catch All Column" ma:hidden="true" ma:list="{530f955b-6704-4601-bd83-f81d87f1e440}" ma:internalName="TaxCatchAll" ma:showField="CatchAllData" ma:web="4873beb7-5857-4685-be1f-d57550cc96cc">
      <xsd:complexType>
        <xsd:complexContent>
          <xsd:extension base="dms:MultiChoiceLookup">
            <xsd:sequence>
              <xsd:element name="Value" type="dms:Lookup" maxOccurs="unbounded" minOccurs="0" nillable="true"/>
            </xsd:sequence>
          </xsd:extension>
        </xsd:complexContent>
      </xsd:complexType>
    </xsd:element>
    <xsd:element name="TaxCatchAllLabel" ma:index="122" nillable="true" ma:displayName="Taxonomy Catch All Column1" ma:hidden="true" ma:list="{530f955b-6704-4601-bd83-f81d87f1e440}" ma:internalName="TaxCatchAllLabel" ma:readOnly="true" ma:showField="CatchAllDataLabel" ma:web="4873beb7-5857-4685-be1f-d57550cc96cc">
      <xsd:complexType>
        <xsd:complexContent>
          <xsd:extension base="dms:MultiChoiceLookup">
            <xsd:sequence>
              <xsd:element name="Value" type="dms:Lookup" maxOccurs="unbounded" minOccurs="0" nillable="true"/>
            </xsd:sequence>
          </xsd:extension>
        </xsd:complexContent>
      </xsd:complexType>
    </xsd:element>
    <xsd:element name="TemplateStatus" ma:index="123" nillable="true" ma:displayName="Template Status" ma:default="" ma:internalName="TemplateStatus">
      <xsd:simpleType>
        <xsd:restriction base="dms:Unknown"/>
      </xsd:simpleType>
    </xsd:element>
    <xsd:element name="TemplateTemplateType" ma:index="124" nillable="true" ma:displayName="Template Type" ma:default="" ma:internalName="TemplateTemplateType">
      <xsd:simpleType>
        <xsd:restriction base="dms:Unknown"/>
      </xsd:simpleType>
    </xsd:element>
    <xsd:element name="ThumbnailAssetId" ma:index="125" nillable="true" ma:displayName="Thumbnail Image Asset" ma:default="" ma:internalName="ThumbnailAssetId" ma:readOnly="false">
      <xsd:simpleType>
        <xsd:restriction base="dms:Text"/>
      </xsd:simpleType>
    </xsd:element>
    <xsd:element name="TimesCloned" ma:index="126" nillable="true" ma:displayName="Times Cloned" ma:default="" ma:internalName="TimesCloned" ma:readOnly="false">
      <xsd:simpleType>
        <xsd:restriction base="dms:Number"/>
      </xsd:simpleType>
    </xsd:element>
    <xsd:element name="TrustLevel" ma:index="128" nillable="true" ma:displayName="Trust Level" ma:default="1 Microsoft Managed Content" ma:internalName="TrustLevel" ma:readOnly="false">
      <xsd:simpleType>
        <xsd:restriction base="dms:Unknown"/>
      </xsd:simpleType>
    </xsd:element>
    <xsd:element name="UALocComments" ma:index="129" nillable="true" ma:displayName="UA Loc Comments" ma:default="" ma:internalName="UALocComments" ma:readOnly="false">
      <xsd:simpleType>
        <xsd:restriction base="dms:Note"/>
      </xsd:simpleType>
    </xsd:element>
    <xsd:element name="UALocRecommendation" ma:index="130" nillable="true" ma:displayName="UA Loc Recommendation" ma:default="Localize" ma:internalName="UALocRecommendation" ma:readOnly="false">
      <xsd:simpleType>
        <xsd:restriction base="dms:Choice">
          <xsd:enumeration value="Localize"/>
          <xsd:enumeration value="Never Localize"/>
          <xsd:enumeration value="Priority Localize"/>
        </xsd:restriction>
      </xsd:simpleType>
    </xsd:element>
    <xsd:element name="UANotes" ma:index="131" nillable="true" ma:displayName="UA Notes" ma:default="" ma:internalName="UANotes" ma:readOnly="false">
      <xsd:simpleType>
        <xsd:restriction base="dms:Note"/>
      </xsd:simpleType>
    </xsd:element>
    <xsd:element name="TPAppVersion" ma:index="132" nillable="true" ma:displayName="Version" ma:default="" ma:internalName="TPAppVersion">
      <xsd:simpleType>
        <xsd:restriction base="dms:Text"/>
      </xsd:simpleType>
    </xsd:element>
    <xsd:element name="VoteCount" ma:index="133" nillable="true" ma:displayName="Vote Count" ma:default="" ma:internalName="VoteCount" ma:readOnly="false">
      <xsd:simpleType>
        <xsd:restriction base="dms:Unknow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22" ma:displayName="Content Type"/>
        <xsd:element ref="dc:title" minOccurs="0" maxOccurs="1" ma:index="127"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mso-contentType ?>
<FormTemplates xmlns="http://schemas.microsoft.com/sharepoint/v3/contenttype/forms">
  <Display>DocumentLibraryForm</Display>
  <Edit>AssetEditForm</Edit>
  <New>DocumentLibraryForm</New>
</FormTemplates>
</file>

<file path=customXml/itemProps1.xml><?xml version="1.0" encoding="utf-8"?>
<ds:datastoreItem xmlns:ds="http://schemas.openxmlformats.org/officeDocument/2006/customXml" ds:itemID="{60C67BEE-D13F-4BD2-98A5-34D8A0977F68}">
  <ds:schemaRefs>
    <ds:schemaRef ds:uri="4873beb7-5857-4685-be1f-d57550cc96cc"/>
    <ds:schemaRef ds:uri="http://schemas.openxmlformats.org/package/2006/metadata/core-properties"/>
    <ds:schemaRef ds:uri="http://purl.org/dc/terms/"/>
    <ds:schemaRef ds:uri="http://schemas.microsoft.com/office/2006/documentManagement/types"/>
    <ds:schemaRef ds:uri="http://purl.org/dc/elements/1.1/"/>
    <ds:schemaRef ds:uri="http://schemas.microsoft.com/office/2006/metadata/properties"/>
    <ds:schemaRef ds:uri="http://schemas.microsoft.com/office/infopath/2007/PartnerControls"/>
    <ds:schemaRef ds:uri="http://www.w3.org/XML/1998/namespace"/>
    <ds:schemaRef ds:uri="http://purl.org/dc/dcmitype/"/>
  </ds:schemaRefs>
</ds:datastoreItem>
</file>

<file path=customXml/itemProps2.xml><?xml version="1.0" encoding="utf-8"?>
<ds:datastoreItem xmlns:ds="http://schemas.openxmlformats.org/officeDocument/2006/customXml" ds:itemID="{A09BF4D4-EF60-4196-BFC3-9462D607978C}">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4873beb7-5857-4685-be1f-d57550cc96cc"/>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3836F65B-1B07-41EE-A0E8-BC6EF3855225}">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emplate>Triple circuit lines presentation (widescreen)</Template>
  <TotalTime>496</TotalTime>
  <Words>1263</Words>
  <Application>Microsoft Office PowerPoint</Application>
  <PresentationFormat>Custom</PresentationFormat>
  <Paragraphs>70</Paragraphs>
  <Slides>15</Slides>
  <Notes>2</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15</vt:i4>
      </vt:variant>
    </vt:vector>
  </HeadingPairs>
  <TitlesOfParts>
    <vt:vector size="20" baseType="lpstr">
      <vt:lpstr>Arial</vt:lpstr>
      <vt:lpstr>Calibri</vt:lpstr>
      <vt:lpstr>Times New Roman</vt:lpstr>
      <vt:lpstr>Wingdings</vt:lpstr>
      <vt:lpstr>Tech 16x9</vt:lpstr>
      <vt:lpstr>DESIGN AND SIMULATION OF SOLAR-POWERED STREET LIGHTING SYSTEM USING LTSPICE  BY GROUP 20</vt:lpstr>
      <vt:lpstr>TABLE OF CONTENT</vt:lpstr>
      <vt:lpstr>INTRODUCTION</vt:lpstr>
      <vt:lpstr>LIST OF GROUP MEMBERS</vt:lpstr>
      <vt:lpstr>LIST OF COMPONENTS NEEDED</vt:lpstr>
      <vt:lpstr>AIM OF THE PROJECT</vt:lpstr>
      <vt:lpstr>METHODOLOGY</vt:lpstr>
      <vt:lpstr>EXPERIMENTAL RESULTS</vt:lpstr>
      <vt:lpstr>EXPERIMENTAL RESULTS</vt:lpstr>
      <vt:lpstr>EXPERIMENTAL RESULTS</vt:lpstr>
      <vt:lpstr>EXPERIMENTAL RESULTS</vt:lpstr>
      <vt:lpstr>EXPERIMENTAL RESULTS</vt:lpstr>
      <vt:lpstr>DEDUCTIONS</vt:lpstr>
      <vt:lpstr>CONCLUSION</vt:lpstr>
      <vt:lpstr>THANK YOU.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Abdulbaasit Erinkitola</dc:creator>
  <cp:lastModifiedBy>Abdulbaasit Erinkitola</cp:lastModifiedBy>
  <cp:revision>12</cp:revision>
  <dcterms:created xsi:type="dcterms:W3CDTF">2025-01-29T13:33:51Z</dcterms:created>
  <dcterms:modified xsi:type="dcterms:W3CDTF">2025-01-29T21:50:47Z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nternalTags">
    <vt:lpwstr/>
  </property>
  <property fmtid="{D5CDD505-2E9C-101B-9397-08002B2CF9AE}" pid="3" name="ContentTypeId">
    <vt:lpwstr>0x0101006EDDDB5EE6D98C44930B742096920B300400F5B6D36B3EF94B4E9A635CDF2A18F5B8</vt:lpwstr>
  </property>
  <property fmtid="{D5CDD505-2E9C-101B-9397-08002B2CF9AE}" pid="4" name="FeatureTags">
    <vt:lpwstr/>
  </property>
  <property fmtid="{D5CDD505-2E9C-101B-9397-08002B2CF9AE}" pid="5" name="LocalizationTags">
    <vt:lpwstr/>
  </property>
  <property fmtid="{D5CDD505-2E9C-101B-9397-08002B2CF9AE}" pid="6" name="CampaignTags">
    <vt:lpwstr/>
  </property>
  <property fmtid="{D5CDD505-2E9C-101B-9397-08002B2CF9AE}" pid="7" name="ScenarioTags">
    <vt:lpwstr/>
  </property>
</Properties>
</file>